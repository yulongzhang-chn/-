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2">
  <p:sldMasterIdLst>
    <p:sldMasterId id="2147483660" r:id="rId1"/>
  </p:sldMasterIdLst>
  <p:notesMasterIdLst>
    <p:notesMasterId r:id="rId28"/>
  </p:notesMasterIdLst>
  <p:sldIdLst>
    <p:sldId id="257" r:id="rId2"/>
    <p:sldId id="258" r:id="rId3"/>
    <p:sldId id="259" r:id="rId4"/>
    <p:sldId id="274" r:id="rId5"/>
    <p:sldId id="275" r:id="rId6"/>
    <p:sldId id="276" r:id="rId7"/>
    <p:sldId id="260" r:id="rId8"/>
    <p:sldId id="267" r:id="rId9"/>
    <p:sldId id="268" r:id="rId10"/>
    <p:sldId id="269" r:id="rId11"/>
    <p:sldId id="270" r:id="rId12"/>
    <p:sldId id="280" r:id="rId13"/>
    <p:sldId id="281" r:id="rId14"/>
    <p:sldId id="284" r:id="rId15"/>
    <p:sldId id="261" r:id="rId16"/>
    <p:sldId id="271" r:id="rId17"/>
    <p:sldId id="272" r:id="rId18"/>
    <p:sldId id="277" r:id="rId19"/>
    <p:sldId id="283" r:id="rId20"/>
    <p:sldId id="279" r:id="rId21"/>
    <p:sldId id="262" r:id="rId22"/>
    <p:sldId id="265" r:id="rId23"/>
    <p:sldId id="266" r:id="rId24"/>
    <p:sldId id="264" r:id="rId25"/>
    <p:sldId id="263" r:id="rId26"/>
    <p:sldId id="273" r:id="rId27"/>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7" d="100"/>
          <a:sy n="107" d="100"/>
        </p:scale>
        <p:origin x="84" y="2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FEECCEE-9BAC-4127-B4CF-031AC13F7497}" type="datetimeFigureOut">
              <a:rPr lang="zh-CN" altLang="en-US" smtClean="0"/>
              <a:t>2026/5/27</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EA282F3-A8A8-46CE-A577-99910616CA40}" type="slidenum">
              <a:rPr lang="zh-CN" altLang="en-US" smtClean="0"/>
              <a:t>‹#›</a:t>
            </a:fld>
            <a:endParaRPr lang="zh-CN" altLang="en-US"/>
          </a:p>
        </p:txBody>
      </p:sp>
    </p:spTree>
    <p:extLst>
      <p:ext uri="{BB962C8B-B14F-4D97-AF65-F5344CB8AC3E}">
        <p14:creationId xmlns:p14="http://schemas.microsoft.com/office/powerpoint/2010/main" val="32506179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802295"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rPr>
              <a:t>1</a:t>
            </a:r>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33268138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802295"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rPr>
              <a:t>2</a:t>
            </a:r>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402599914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r>
              <a:rPr lang="en-US" altLang="zh-CN"/>
              <a:t>3</a:t>
            </a:r>
            <a:endParaRPr lang="zh-CN" altLang="en-US"/>
          </a:p>
        </p:txBody>
      </p:sp>
    </p:spTree>
    <p:extLst>
      <p:ext uri="{BB962C8B-B14F-4D97-AF65-F5344CB8AC3E}">
        <p14:creationId xmlns:p14="http://schemas.microsoft.com/office/powerpoint/2010/main" val="40842801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r>
              <a:rPr lang="en-US" altLang="zh-CN"/>
              <a:t>3</a:t>
            </a:r>
            <a:endParaRPr lang="zh-CN" altLang="en-US"/>
          </a:p>
        </p:txBody>
      </p:sp>
    </p:spTree>
    <p:extLst>
      <p:ext uri="{BB962C8B-B14F-4D97-AF65-F5344CB8AC3E}">
        <p14:creationId xmlns:p14="http://schemas.microsoft.com/office/powerpoint/2010/main" val="90549599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5EA282F3-A8A8-46CE-A577-99910616CA40}" type="slidenum">
              <a:rPr lang="zh-CN" altLang="en-US" smtClean="0"/>
              <a:t>11</a:t>
            </a:fld>
            <a:endParaRPr lang="zh-CN" altLang="en-US"/>
          </a:p>
        </p:txBody>
      </p:sp>
    </p:spTree>
    <p:extLst>
      <p:ext uri="{BB962C8B-B14F-4D97-AF65-F5344CB8AC3E}">
        <p14:creationId xmlns:p14="http://schemas.microsoft.com/office/powerpoint/2010/main" val="29002720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r>
              <a:rPr lang="en-US" altLang="zh-CN"/>
              <a:t>3</a:t>
            </a:r>
            <a:endParaRPr lang="zh-CN" altLang="en-US"/>
          </a:p>
        </p:txBody>
      </p:sp>
    </p:spTree>
    <p:extLst>
      <p:ext uri="{BB962C8B-B14F-4D97-AF65-F5344CB8AC3E}">
        <p14:creationId xmlns:p14="http://schemas.microsoft.com/office/powerpoint/2010/main" val="122279176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r>
              <a:rPr lang="en-US" altLang="zh-CN"/>
              <a:t>3</a:t>
            </a:r>
            <a:endParaRPr lang="zh-CN" altLang="en-US"/>
          </a:p>
        </p:txBody>
      </p:sp>
    </p:spTree>
    <p:extLst>
      <p:ext uri="{BB962C8B-B14F-4D97-AF65-F5344CB8AC3E}">
        <p14:creationId xmlns:p14="http://schemas.microsoft.com/office/powerpoint/2010/main" val="296116156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802295"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rPr>
              <a:t>1</a:t>
            </a:r>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25153852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1" y="2130425"/>
            <a:ext cx="10363200" cy="1470024"/>
          </a:xfrm>
        </p:spPr>
        <p:txBody>
          <a:bodyPr/>
          <a:lstStyle/>
          <a:p>
            <a:r>
              <a:rPr lang="zh-CN" altLang="en-US"/>
              <a:t>单击此处编辑母版标题样式</a:t>
            </a:r>
          </a:p>
        </p:txBody>
      </p:sp>
      <p:sp>
        <p:nvSpPr>
          <p:cNvPr id="3" name="副标题 2"/>
          <p:cNvSpPr>
            <a:spLocks noGrp="1"/>
          </p:cNvSpPr>
          <p:nvPr>
            <p:ph type="subTitle" idx="1"/>
          </p:nvPr>
        </p:nvSpPr>
        <p:spPr>
          <a:xfrm>
            <a:off x="1828800" y="3886200"/>
            <a:ext cx="8534401" cy="1752600"/>
          </a:xfrm>
        </p:spPr>
        <p:txBody>
          <a:bodyPr/>
          <a:lstStyle>
            <a:lvl1pPr marL="0" indent="0" algn="ctr">
              <a:buNone/>
              <a:defRPr>
                <a:solidFill>
                  <a:schemeClr val="tx1">
                    <a:tint val="75000"/>
                  </a:schemeClr>
                </a:solidFill>
              </a:defRPr>
            </a:lvl1pPr>
            <a:lvl2pPr marL="543354" indent="0" algn="ctr">
              <a:buNone/>
              <a:defRPr>
                <a:solidFill>
                  <a:schemeClr val="tx1">
                    <a:tint val="75000"/>
                  </a:schemeClr>
                </a:solidFill>
              </a:defRPr>
            </a:lvl2pPr>
            <a:lvl3pPr marL="1086709" indent="0" algn="ctr">
              <a:buNone/>
              <a:defRPr>
                <a:solidFill>
                  <a:schemeClr val="tx1">
                    <a:tint val="75000"/>
                  </a:schemeClr>
                </a:solidFill>
              </a:defRPr>
            </a:lvl3pPr>
            <a:lvl4pPr marL="1630062" indent="0" algn="ctr">
              <a:buNone/>
              <a:defRPr>
                <a:solidFill>
                  <a:schemeClr val="tx1">
                    <a:tint val="75000"/>
                  </a:schemeClr>
                </a:solidFill>
              </a:defRPr>
            </a:lvl4pPr>
            <a:lvl5pPr marL="2173416" indent="0" algn="ctr">
              <a:buNone/>
              <a:defRPr>
                <a:solidFill>
                  <a:schemeClr val="tx1">
                    <a:tint val="75000"/>
                  </a:schemeClr>
                </a:solidFill>
              </a:defRPr>
            </a:lvl5pPr>
            <a:lvl6pPr marL="2716769" indent="0" algn="ctr">
              <a:buNone/>
              <a:defRPr>
                <a:solidFill>
                  <a:schemeClr val="tx1">
                    <a:tint val="75000"/>
                  </a:schemeClr>
                </a:solidFill>
              </a:defRPr>
            </a:lvl6pPr>
            <a:lvl7pPr marL="3260124" indent="0" algn="ctr">
              <a:buNone/>
              <a:defRPr>
                <a:solidFill>
                  <a:schemeClr val="tx1">
                    <a:tint val="75000"/>
                  </a:schemeClr>
                </a:solidFill>
              </a:defRPr>
            </a:lvl7pPr>
            <a:lvl8pPr marL="3803478" indent="0" algn="ctr">
              <a:buNone/>
              <a:defRPr>
                <a:solidFill>
                  <a:schemeClr val="tx1">
                    <a:tint val="75000"/>
                  </a:schemeClr>
                </a:solidFill>
              </a:defRPr>
            </a:lvl8pPr>
            <a:lvl9pPr marL="4346832"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2026/5/27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684679223"/>
      </p:ext>
    </p:extLst>
  </p:cSld>
  <p:clrMapOvr>
    <a:masterClrMapping/>
  </p:clrMapOvr>
  <mc:AlternateContent xmlns:mc="http://schemas.openxmlformats.org/markup-compatibility/2006" xmlns:p14="http://schemas.microsoft.com/office/powerpoint/2010/main">
    <mc:Choice Requires="p14">
      <p:transition p14:dur="10" advTm="1260"/>
    </mc:Choice>
    <mc:Fallback xmlns="">
      <p:transition advTm="1260"/>
    </mc:Fallback>
  </mc:AlternateContent>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09600" y="274638"/>
            <a:ext cx="10972801" cy="1143000"/>
          </a:xfrm>
          <a:prstGeom prst="rect">
            <a:avLst/>
          </a:prstGeom>
        </p:spPr>
        <p:txBody>
          <a:bodyPr vert="horz" lIns="80229" tIns="40115" rIns="80229" bIns="40115" rtlCol="0" anchor="ctr">
            <a:normAutofit/>
          </a:bodyPr>
          <a:lstStyle/>
          <a:p>
            <a:r>
              <a:rPr lang="zh-CN" altLang="en-US"/>
              <a:t>单击此处编辑母版标题样式</a:t>
            </a:r>
          </a:p>
        </p:txBody>
      </p:sp>
      <p:sp>
        <p:nvSpPr>
          <p:cNvPr id="3" name="文本占位符 2"/>
          <p:cNvSpPr>
            <a:spLocks noGrp="1"/>
          </p:cNvSpPr>
          <p:nvPr>
            <p:ph type="body" idx="1"/>
          </p:nvPr>
        </p:nvSpPr>
        <p:spPr>
          <a:xfrm>
            <a:off x="609600" y="1600200"/>
            <a:ext cx="10972801" cy="4525964"/>
          </a:xfrm>
          <a:prstGeom prst="rect">
            <a:avLst/>
          </a:prstGeom>
        </p:spPr>
        <p:txBody>
          <a:bodyPr vert="horz" lIns="80229" tIns="40115" rIns="80229" bIns="40115" rtlCol="0">
            <a:normAutofit/>
          </a:bodyPr>
          <a:lstStyle/>
          <a:p>
            <a:pPr lvl="0"/>
            <a:r>
              <a:rPr lang="zh-CN" altLang="en-US"/>
              <a:t>单击此处编辑母版文本样式</a:t>
            </a:r>
          </a:p>
          <a:p>
            <a:pPr lvl="0"/>
            <a:r>
              <a:rPr lang="zh-CN" altLang="en-US"/>
              <a:t>第二级</a:t>
            </a:r>
          </a:p>
          <a:p>
            <a:pPr lvl="0"/>
            <a:r>
              <a:rPr lang="zh-CN" altLang="en-US"/>
              <a:t>第三级</a:t>
            </a:r>
          </a:p>
          <a:p>
            <a:pPr lvl="0"/>
            <a:r>
              <a:rPr lang="zh-CN" altLang="en-US"/>
              <a:t>第四级</a:t>
            </a:r>
          </a:p>
          <a:p>
            <a:pPr lvl="0"/>
            <a:r>
              <a:rPr lang="zh-CN" altLang="en-US"/>
              <a:t>第五级</a:t>
            </a:r>
          </a:p>
        </p:txBody>
      </p:sp>
      <p:sp>
        <p:nvSpPr>
          <p:cNvPr id="4" name="日期占位符 3"/>
          <p:cNvSpPr>
            <a:spLocks noGrp="1"/>
          </p:cNvSpPr>
          <p:nvPr>
            <p:ph type="dt" sz="half" idx="2"/>
          </p:nvPr>
        </p:nvSpPr>
        <p:spPr>
          <a:xfrm>
            <a:off x="609600" y="6356351"/>
            <a:ext cx="2844801" cy="365125"/>
          </a:xfrm>
          <a:prstGeom prst="rect">
            <a:avLst/>
          </a:prstGeom>
        </p:spPr>
        <p:txBody>
          <a:bodyPr vert="horz" lIns="80229" tIns="40115" rIns="80229" bIns="40115" rtlCol="0" anchor="ctr"/>
          <a:lstStyle>
            <a:lvl1pPr algn="l">
              <a:defRPr sz="1490">
                <a:solidFill>
                  <a:schemeClr val="tx1">
                    <a:tint val="75000"/>
                  </a:schemeClr>
                </a:solidFill>
              </a:defRPr>
            </a:lvl1pPr>
          </a:lstStyle>
          <a:p>
            <a:r>
              <a:rPr lang="en-US" altLang="zh-CN"/>
              <a:t>2022/8/29</a:t>
            </a:r>
            <a:endParaRPr lang="zh-CN" altLang="en-US"/>
          </a:p>
        </p:txBody>
      </p:sp>
      <p:sp>
        <p:nvSpPr>
          <p:cNvPr id="5" name="页脚占位符 4"/>
          <p:cNvSpPr>
            <a:spLocks noGrp="1"/>
          </p:cNvSpPr>
          <p:nvPr>
            <p:ph type="ftr" sz="quarter" idx="3"/>
          </p:nvPr>
        </p:nvSpPr>
        <p:spPr>
          <a:xfrm>
            <a:off x="4165601" y="6356351"/>
            <a:ext cx="3860800" cy="365125"/>
          </a:xfrm>
          <a:prstGeom prst="rect">
            <a:avLst/>
          </a:prstGeom>
        </p:spPr>
        <p:txBody>
          <a:bodyPr vert="horz" lIns="80229" tIns="40115" rIns="80229" bIns="40115" rtlCol="0" anchor="ctr"/>
          <a:lstStyle>
            <a:lvl1pPr algn="ctr">
              <a:defRPr sz="149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737600" y="6356351"/>
            <a:ext cx="2844801" cy="365125"/>
          </a:xfrm>
          <a:prstGeom prst="rect">
            <a:avLst/>
          </a:prstGeom>
        </p:spPr>
        <p:txBody>
          <a:bodyPr vert="horz" lIns="80229" tIns="40115" rIns="80229" bIns="40115" rtlCol="0" anchor="ctr"/>
          <a:lstStyle>
            <a:lvl1pPr algn="r">
              <a:defRPr sz="1490">
                <a:solidFill>
                  <a:schemeClr val="tx1">
                    <a:tint val="75000"/>
                  </a:schemeClr>
                </a:solidFill>
              </a:defRPr>
            </a:lvl1pPr>
          </a:lstStyle>
          <a:p>
            <a:r>
              <a:rPr lang="en-US" altLang="zh-CN"/>
              <a:t>‹#›</a:t>
            </a:r>
            <a:endParaRPr lang="zh-CN" altLang="en-US"/>
          </a:p>
        </p:txBody>
      </p:sp>
    </p:spTree>
    <p:extLst>
      <p:ext uri="{BB962C8B-B14F-4D97-AF65-F5344CB8AC3E}">
        <p14:creationId xmlns:p14="http://schemas.microsoft.com/office/powerpoint/2010/main" val="2325524136"/>
      </p:ext>
    </p:extLst>
  </p:cSld>
  <p:clrMap bg1="lt1" tx1="dk1" bg2="lt2" tx2="dk2" accent1="accent1" accent2="accent2" accent3="accent3" accent4="accent4" accent5="accent5" accent6="accent6" hlink="hlink" folHlink="folHlink"/>
  <p:sldLayoutIdLst>
    <p:sldLayoutId id="2147483661" r:id="rId1"/>
  </p:sldLayoutIdLst>
  <mc:AlternateContent xmlns:mc="http://schemas.openxmlformats.org/markup-compatibility/2006" xmlns:p14="http://schemas.microsoft.com/office/powerpoint/2010/main">
    <mc:Choice Requires="p14">
      <p:transition p14:dur="10" advTm="1260"/>
    </mc:Choice>
    <mc:Fallback xmlns="">
      <p:transition advTm="1260"/>
    </mc:Fallback>
  </mc:AlternateContent>
  <p:txStyles>
    <p:titleStyle>
      <a:lvl1pPr algn="ctr" defTabSz="1086709" rtl="0" eaLnBrk="1" latinLnBrk="0" hangingPunct="1">
        <a:spcBef>
          <a:spcPct val="0"/>
        </a:spcBef>
        <a:buNone/>
        <a:defRPr sz="5283" kern="1200">
          <a:solidFill>
            <a:schemeClr val="tx1"/>
          </a:solidFill>
          <a:latin typeface="+mj-lt"/>
          <a:ea typeface="+mj-ea"/>
          <a:cs typeface="+mj-cs"/>
        </a:defRPr>
      </a:lvl1pPr>
    </p:titleStyle>
    <p:bodyStyle>
      <a:lvl1pPr marL="407515" indent="-407515" algn="l" defTabSz="1086709" rtl="0" eaLnBrk="1" latinLnBrk="0" hangingPunct="1">
        <a:spcBef>
          <a:spcPct val="20000"/>
        </a:spcBef>
        <a:buFont typeface="Arial" pitchFamily="34" charset="0"/>
        <a:buChar char="•"/>
        <a:defRPr sz="3793" kern="1200">
          <a:solidFill>
            <a:schemeClr val="tx1"/>
          </a:solidFill>
          <a:latin typeface="+mn-lt"/>
          <a:ea typeface="+mn-ea"/>
          <a:cs typeface="+mn-cs"/>
        </a:defRPr>
      </a:lvl1pPr>
      <a:lvl2pPr marL="882950" indent="-339596" algn="l" defTabSz="1086709" rtl="0" eaLnBrk="1" latinLnBrk="0" hangingPunct="1">
        <a:spcBef>
          <a:spcPct val="20000"/>
        </a:spcBef>
        <a:buFont typeface="Arial" pitchFamily="34" charset="0"/>
        <a:buChar char="–"/>
        <a:defRPr sz="3386" kern="1200">
          <a:solidFill>
            <a:schemeClr val="tx1"/>
          </a:solidFill>
          <a:latin typeface="+mn-lt"/>
          <a:ea typeface="+mn-ea"/>
          <a:cs typeface="+mn-cs"/>
        </a:defRPr>
      </a:lvl2pPr>
      <a:lvl3pPr marL="1358385" indent="-271677" algn="l" defTabSz="1086709" rtl="0" eaLnBrk="1" latinLnBrk="0" hangingPunct="1">
        <a:spcBef>
          <a:spcPct val="20000"/>
        </a:spcBef>
        <a:buFont typeface="Arial" pitchFamily="34" charset="0"/>
        <a:buChar char="•"/>
        <a:defRPr sz="2844" kern="1200">
          <a:solidFill>
            <a:schemeClr val="tx1"/>
          </a:solidFill>
          <a:latin typeface="+mn-lt"/>
          <a:ea typeface="+mn-ea"/>
          <a:cs typeface="+mn-cs"/>
        </a:defRPr>
      </a:lvl3pPr>
      <a:lvl4pPr marL="1901738" indent="-271677" algn="l" defTabSz="1086709" rtl="0" eaLnBrk="1" latinLnBrk="0" hangingPunct="1">
        <a:spcBef>
          <a:spcPct val="20000"/>
        </a:spcBef>
        <a:buFont typeface="Arial" pitchFamily="34" charset="0"/>
        <a:buChar char="–"/>
        <a:defRPr sz="2438" kern="1200">
          <a:solidFill>
            <a:schemeClr val="tx1"/>
          </a:solidFill>
          <a:latin typeface="+mn-lt"/>
          <a:ea typeface="+mn-ea"/>
          <a:cs typeface="+mn-cs"/>
        </a:defRPr>
      </a:lvl4pPr>
      <a:lvl5pPr marL="2445093" indent="-271677" algn="l" defTabSz="1086709" rtl="0" eaLnBrk="1" latinLnBrk="0" hangingPunct="1">
        <a:spcBef>
          <a:spcPct val="20000"/>
        </a:spcBef>
        <a:buFont typeface="Arial" pitchFamily="34" charset="0"/>
        <a:buChar char="»"/>
        <a:defRPr sz="2438" kern="1200">
          <a:solidFill>
            <a:schemeClr val="tx1"/>
          </a:solidFill>
          <a:latin typeface="+mn-lt"/>
          <a:ea typeface="+mn-ea"/>
          <a:cs typeface="+mn-cs"/>
        </a:defRPr>
      </a:lvl5pPr>
      <a:lvl6pPr marL="2988447" indent="-271677" algn="l" defTabSz="1086709" rtl="0" eaLnBrk="1" latinLnBrk="0" hangingPunct="1">
        <a:spcBef>
          <a:spcPct val="20000"/>
        </a:spcBef>
        <a:buFont typeface="Arial" pitchFamily="34" charset="0"/>
        <a:buChar char="•"/>
        <a:defRPr sz="2438" kern="1200">
          <a:solidFill>
            <a:schemeClr val="tx1"/>
          </a:solidFill>
          <a:latin typeface="+mn-lt"/>
          <a:ea typeface="+mn-ea"/>
          <a:cs typeface="+mn-cs"/>
        </a:defRPr>
      </a:lvl6pPr>
      <a:lvl7pPr marL="3531801" indent="-271677" algn="l" defTabSz="1086709" rtl="0" eaLnBrk="1" latinLnBrk="0" hangingPunct="1">
        <a:spcBef>
          <a:spcPct val="20000"/>
        </a:spcBef>
        <a:buFont typeface="Arial" pitchFamily="34" charset="0"/>
        <a:buChar char="•"/>
        <a:defRPr sz="2438" kern="1200">
          <a:solidFill>
            <a:schemeClr val="tx1"/>
          </a:solidFill>
          <a:latin typeface="+mn-lt"/>
          <a:ea typeface="+mn-ea"/>
          <a:cs typeface="+mn-cs"/>
        </a:defRPr>
      </a:lvl7pPr>
      <a:lvl8pPr marL="4075155" indent="-271677" algn="l" defTabSz="1086709" rtl="0" eaLnBrk="1" latinLnBrk="0" hangingPunct="1">
        <a:spcBef>
          <a:spcPct val="20000"/>
        </a:spcBef>
        <a:buFont typeface="Arial" pitchFamily="34" charset="0"/>
        <a:buChar char="•"/>
        <a:defRPr sz="2438" kern="1200">
          <a:solidFill>
            <a:schemeClr val="tx1"/>
          </a:solidFill>
          <a:latin typeface="+mn-lt"/>
          <a:ea typeface="+mn-ea"/>
          <a:cs typeface="+mn-cs"/>
        </a:defRPr>
      </a:lvl8pPr>
      <a:lvl9pPr marL="4618509" indent="-271677" algn="l" defTabSz="1086709" rtl="0" eaLnBrk="1" latinLnBrk="0" hangingPunct="1">
        <a:spcBef>
          <a:spcPct val="20000"/>
        </a:spcBef>
        <a:buFont typeface="Arial" pitchFamily="34" charset="0"/>
        <a:buChar char="•"/>
        <a:defRPr sz="2438" kern="1200">
          <a:solidFill>
            <a:schemeClr val="tx1"/>
          </a:solidFill>
          <a:latin typeface="+mn-lt"/>
          <a:ea typeface="+mn-ea"/>
          <a:cs typeface="+mn-cs"/>
        </a:defRPr>
      </a:lvl9pPr>
    </p:bodyStyle>
    <p:otherStyle>
      <a:defPPr>
        <a:defRPr lang="zh-CN"/>
      </a:defPPr>
      <a:lvl1pPr marL="0" algn="l" defTabSz="1086709" rtl="0" eaLnBrk="1" latinLnBrk="0" hangingPunct="1">
        <a:defRPr sz="2167" kern="1200">
          <a:solidFill>
            <a:schemeClr val="tx1"/>
          </a:solidFill>
          <a:latin typeface="+mn-lt"/>
          <a:ea typeface="+mn-ea"/>
          <a:cs typeface="+mn-cs"/>
        </a:defRPr>
      </a:lvl1pPr>
      <a:lvl2pPr marL="543354" algn="l" defTabSz="1086709" rtl="0" eaLnBrk="1" latinLnBrk="0" hangingPunct="1">
        <a:defRPr sz="2167" kern="1200">
          <a:solidFill>
            <a:schemeClr val="tx1"/>
          </a:solidFill>
          <a:latin typeface="+mn-lt"/>
          <a:ea typeface="+mn-ea"/>
          <a:cs typeface="+mn-cs"/>
        </a:defRPr>
      </a:lvl2pPr>
      <a:lvl3pPr marL="1086709" algn="l" defTabSz="1086709" rtl="0" eaLnBrk="1" latinLnBrk="0" hangingPunct="1">
        <a:defRPr sz="2167" kern="1200">
          <a:solidFill>
            <a:schemeClr val="tx1"/>
          </a:solidFill>
          <a:latin typeface="+mn-lt"/>
          <a:ea typeface="+mn-ea"/>
          <a:cs typeface="+mn-cs"/>
        </a:defRPr>
      </a:lvl3pPr>
      <a:lvl4pPr marL="1630062" algn="l" defTabSz="1086709" rtl="0" eaLnBrk="1" latinLnBrk="0" hangingPunct="1">
        <a:defRPr sz="2167" kern="1200">
          <a:solidFill>
            <a:schemeClr val="tx1"/>
          </a:solidFill>
          <a:latin typeface="+mn-lt"/>
          <a:ea typeface="+mn-ea"/>
          <a:cs typeface="+mn-cs"/>
        </a:defRPr>
      </a:lvl4pPr>
      <a:lvl5pPr marL="2173416" algn="l" defTabSz="1086709" rtl="0" eaLnBrk="1" latinLnBrk="0" hangingPunct="1">
        <a:defRPr sz="2167" kern="1200">
          <a:solidFill>
            <a:schemeClr val="tx1"/>
          </a:solidFill>
          <a:latin typeface="+mn-lt"/>
          <a:ea typeface="+mn-ea"/>
          <a:cs typeface="+mn-cs"/>
        </a:defRPr>
      </a:lvl5pPr>
      <a:lvl6pPr marL="2716769" algn="l" defTabSz="1086709" rtl="0" eaLnBrk="1" latinLnBrk="0" hangingPunct="1">
        <a:defRPr sz="2167" kern="1200">
          <a:solidFill>
            <a:schemeClr val="tx1"/>
          </a:solidFill>
          <a:latin typeface="+mn-lt"/>
          <a:ea typeface="+mn-ea"/>
          <a:cs typeface="+mn-cs"/>
        </a:defRPr>
      </a:lvl6pPr>
      <a:lvl7pPr marL="3260124" algn="l" defTabSz="1086709" rtl="0" eaLnBrk="1" latinLnBrk="0" hangingPunct="1">
        <a:defRPr sz="2167" kern="1200">
          <a:solidFill>
            <a:schemeClr val="tx1"/>
          </a:solidFill>
          <a:latin typeface="+mn-lt"/>
          <a:ea typeface="+mn-ea"/>
          <a:cs typeface="+mn-cs"/>
        </a:defRPr>
      </a:lvl7pPr>
      <a:lvl8pPr marL="3803478" algn="l" defTabSz="1086709" rtl="0" eaLnBrk="1" latinLnBrk="0" hangingPunct="1">
        <a:defRPr sz="2167" kern="1200">
          <a:solidFill>
            <a:schemeClr val="tx1"/>
          </a:solidFill>
          <a:latin typeface="+mn-lt"/>
          <a:ea typeface="+mn-ea"/>
          <a:cs typeface="+mn-cs"/>
        </a:defRPr>
      </a:lvl8pPr>
      <a:lvl9pPr marL="4346832" algn="l" defTabSz="1086709" rtl="0" eaLnBrk="1" latinLnBrk="0" hangingPunct="1">
        <a:defRPr sz="2167"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hyperlink" Target="https://faculty.cc.gatech.edu/~umit/PaToH/manual.pdf" TargetMode="External"/><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4.png"/><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0.png"/><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1.png"/><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hyperlink" Target="&#27605;&#35774;&#38468;&#20214;/3.&#23454;&#36341;&#25968;&#25454;" TargetMode="Externa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椭圆 12"/>
          <p:cNvSpPr/>
          <p:nvPr/>
        </p:nvSpPr>
        <p:spPr>
          <a:xfrm>
            <a:off x="-5900761" y="-7982554"/>
            <a:ext cx="23310780" cy="9753465"/>
          </a:xfrm>
          <a:prstGeom prst="ellipse">
            <a:avLst/>
          </a:prstGeom>
          <a:solidFill>
            <a:srgbClr val="00AF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086709"/>
            <a:endParaRPr lang="zh-CN" altLang="en-US" sz="2167">
              <a:solidFill>
                <a:prstClr val="white"/>
              </a:solidFill>
              <a:latin typeface="Calibri"/>
              <a:ea typeface="宋体" panose="02010600030101010101" pitchFamily="2" charset="-122"/>
            </a:endParaRPr>
          </a:p>
        </p:txBody>
      </p:sp>
      <p:sp>
        <p:nvSpPr>
          <p:cNvPr id="11" name="椭圆 10"/>
          <p:cNvSpPr/>
          <p:nvPr/>
        </p:nvSpPr>
        <p:spPr>
          <a:xfrm>
            <a:off x="-5803227" y="-8177455"/>
            <a:ext cx="23310780" cy="9753465"/>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086709"/>
            <a:endParaRPr lang="zh-CN" altLang="en-US" sz="2167">
              <a:solidFill>
                <a:prstClr val="white"/>
              </a:solidFill>
              <a:latin typeface="Calibri"/>
              <a:ea typeface="宋体" panose="02010600030101010101" pitchFamily="2" charset="-122"/>
            </a:endParaRPr>
          </a:p>
        </p:txBody>
      </p:sp>
      <p:sp>
        <p:nvSpPr>
          <p:cNvPr id="2" name="波形 1"/>
          <p:cNvSpPr/>
          <p:nvPr/>
        </p:nvSpPr>
        <p:spPr>
          <a:xfrm rot="259367">
            <a:off x="-33195708" y="-27066307"/>
            <a:ext cx="48540214" cy="17751305"/>
          </a:xfrm>
          <a:prstGeom prst="wave">
            <a:avLst>
              <a:gd name="adj1" fmla="val 12500"/>
              <a:gd name="adj2" fmla="val -10000"/>
            </a:avLst>
          </a:prstGeom>
          <a:solidFill>
            <a:srgbClr val="00AF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086709"/>
            <a:endParaRPr lang="zh-CN" altLang="en-US" sz="2167">
              <a:solidFill>
                <a:prstClr val="white"/>
              </a:solidFill>
              <a:latin typeface="Calibri"/>
              <a:ea typeface="宋体" panose="02010600030101010101" pitchFamily="2" charset="-122"/>
            </a:endParaRPr>
          </a:p>
        </p:txBody>
      </p:sp>
      <p:sp>
        <p:nvSpPr>
          <p:cNvPr id="4" name="波形 3"/>
          <p:cNvSpPr/>
          <p:nvPr/>
        </p:nvSpPr>
        <p:spPr>
          <a:xfrm rot="259367">
            <a:off x="-29781995" y="-21701901"/>
            <a:ext cx="48540214" cy="17751305"/>
          </a:xfrm>
          <a:prstGeom prst="wave">
            <a:avLst>
              <a:gd name="adj1" fmla="val 12500"/>
              <a:gd name="adj2" fmla="val -10000"/>
            </a:avLst>
          </a:prstGeom>
          <a:solidFill>
            <a:srgbClr val="2D559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086709"/>
            <a:endParaRPr lang="zh-CN" altLang="en-US" sz="2167">
              <a:solidFill>
                <a:prstClr val="white"/>
              </a:solidFill>
              <a:latin typeface="Calibri"/>
              <a:ea typeface="宋体" panose="02010600030101010101" pitchFamily="2" charset="-122"/>
            </a:endParaRPr>
          </a:p>
        </p:txBody>
      </p:sp>
      <p:sp>
        <p:nvSpPr>
          <p:cNvPr id="5" name="文本框 8"/>
          <p:cNvSpPr txBox="1"/>
          <p:nvPr/>
        </p:nvSpPr>
        <p:spPr>
          <a:xfrm>
            <a:off x="2249282" y="2221978"/>
            <a:ext cx="7693435" cy="1754167"/>
          </a:xfrm>
          <a:prstGeom prst="rect">
            <a:avLst/>
          </a:prstGeom>
          <a:noFill/>
        </p:spPr>
        <p:txBody>
          <a:bodyPr wrap="square" lIns="91281" tIns="45641" rIns="91281" bIns="45641" rtlCol="0">
            <a:spAutoFit/>
          </a:bodyPr>
          <a:lstStyle/>
          <a:p>
            <a:pPr algn="ctr" defTabSz="1086709"/>
            <a:r>
              <a:rPr lang="zh-CN" altLang="en-US" sz="5400" b="1" dirty="0">
                <a:solidFill>
                  <a:srgbClr val="2D5593"/>
                </a:solidFill>
                <a:latin typeface="微软雅黑" panose="020B0503020204020204" pitchFamily="34" charset="-122"/>
                <a:ea typeface="微软雅黑" panose="020B0503020204020204" pitchFamily="34" charset="-122"/>
              </a:rPr>
              <a:t>面向亿门级</a:t>
            </a:r>
            <a:r>
              <a:rPr lang="en-US" altLang="zh-CN" sz="5400" b="1" dirty="0">
                <a:solidFill>
                  <a:srgbClr val="2D5593"/>
                </a:solidFill>
                <a:latin typeface="微软雅黑" panose="020B0503020204020204" pitchFamily="34" charset="-122"/>
                <a:ea typeface="微软雅黑" panose="020B0503020204020204" pitchFamily="34" charset="-122"/>
              </a:rPr>
              <a:t>FPGA</a:t>
            </a:r>
            <a:r>
              <a:rPr lang="zh-CN" altLang="en-US" sz="5400" b="1" dirty="0">
                <a:solidFill>
                  <a:srgbClr val="2D5593"/>
                </a:solidFill>
                <a:latin typeface="微软雅黑" panose="020B0503020204020204" pitchFamily="34" charset="-122"/>
                <a:ea typeface="微软雅黑" panose="020B0503020204020204" pitchFamily="34" charset="-122"/>
              </a:rPr>
              <a:t>电路的</a:t>
            </a:r>
            <a:endParaRPr lang="en-US" altLang="zh-CN" sz="5400" b="1" dirty="0">
              <a:solidFill>
                <a:srgbClr val="2D5593"/>
              </a:solidFill>
              <a:latin typeface="微软雅黑" panose="020B0503020204020204" pitchFamily="34" charset="-122"/>
              <a:ea typeface="微软雅黑" panose="020B0503020204020204" pitchFamily="34" charset="-122"/>
            </a:endParaRPr>
          </a:p>
          <a:p>
            <a:pPr algn="ctr" defTabSz="1086709"/>
            <a:r>
              <a:rPr lang="zh-CN" altLang="en-US" sz="5400" b="1" dirty="0">
                <a:solidFill>
                  <a:srgbClr val="2D5593"/>
                </a:solidFill>
                <a:latin typeface="微软雅黑" panose="020B0503020204020204" pitchFamily="34" charset="-122"/>
                <a:ea typeface="微软雅黑" panose="020B0503020204020204" pitchFamily="34" charset="-122"/>
              </a:rPr>
              <a:t>划分算法研究</a:t>
            </a:r>
            <a:endParaRPr lang="en-US" altLang="zh-CN" sz="5400" b="1" dirty="0">
              <a:solidFill>
                <a:srgbClr val="2D5593"/>
              </a:solidFill>
              <a:latin typeface="微软雅黑" panose="020B0503020204020204" pitchFamily="34" charset="-122"/>
              <a:ea typeface="微软雅黑" panose="020B0503020204020204" pitchFamily="34" charset="-122"/>
            </a:endParaRPr>
          </a:p>
        </p:txBody>
      </p:sp>
      <p:sp>
        <p:nvSpPr>
          <p:cNvPr id="6" name="文本框 8"/>
          <p:cNvSpPr txBox="1"/>
          <p:nvPr/>
        </p:nvSpPr>
        <p:spPr>
          <a:xfrm>
            <a:off x="5111193" y="4951396"/>
            <a:ext cx="1481939" cy="467341"/>
          </a:xfrm>
          <a:prstGeom prst="rect">
            <a:avLst/>
          </a:prstGeom>
          <a:solidFill>
            <a:srgbClr val="00AFF1"/>
          </a:solidFill>
        </p:spPr>
        <p:txBody>
          <a:bodyPr wrap="square" lIns="91281" tIns="45641" rIns="91281" bIns="45641" rtlCol="0">
            <a:spAutoFit/>
          </a:bodyPr>
          <a:lstStyle/>
          <a:p>
            <a:pPr defTabSz="1086709"/>
            <a:r>
              <a:rPr lang="zh-CN" altLang="en-US" sz="2438" dirty="0">
                <a:solidFill>
                  <a:prstClr val="white"/>
                </a:solidFill>
                <a:latin typeface="微软雅黑" panose="020B0503020204020204" pitchFamily="34" charset="-122"/>
                <a:ea typeface="微软雅黑" panose="020B0503020204020204" pitchFamily="34" charset="-122"/>
              </a:rPr>
              <a:t>福州大学</a:t>
            </a:r>
            <a:endParaRPr lang="en-US" altLang="zh-CN" sz="2438" dirty="0">
              <a:solidFill>
                <a:prstClr val="white"/>
              </a:solidFill>
              <a:latin typeface="微软雅黑" panose="020B0503020204020204" pitchFamily="34" charset="-122"/>
              <a:ea typeface="微软雅黑" panose="020B0503020204020204" pitchFamily="34" charset="-122"/>
            </a:endParaRPr>
          </a:p>
        </p:txBody>
      </p:sp>
      <p:sp>
        <p:nvSpPr>
          <p:cNvPr id="8" name="文本框 8"/>
          <p:cNvSpPr txBox="1"/>
          <p:nvPr/>
        </p:nvSpPr>
        <p:spPr>
          <a:xfrm>
            <a:off x="1789015" y="4111743"/>
            <a:ext cx="8613973" cy="509082"/>
          </a:xfrm>
          <a:prstGeom prst="rect">
            <a:avLst/>
          </a:prstGeom>
          <a:noFill/>
        </p:spPr>
        <p:txBody>
          <a:bodyPr wrap="square" lIns="91281" tIns="45641" rIns="91281" bIns="45641" rtlCol="0">
            <a:spAutoFit/>
          </a:bodyPr>
          <a:lstStyle/>
          <a:p>
            <a:pPr algn="ctr" defTabSz="1086709"/>
            <a:r>
              <a:rPr lang="zh-CN" altLang="en-US" sz="2709" dirty="0">
                <a:solidFill>
                  <a:srgbClr val="2D5593"/>
                </a:solidFill>
                <a:latin typeface="微软雅黑" panose="020B0503020204020204" pitchFamily="34" charset="-122"/>
                <a:ea typeface="微软雅黑" panose="020B0503020204020204" pitchFamily="34" charset="-122"/>
              </a:rPr>
              <a:t>答辩人：张驭龙</a:t>
            </a:r>
            <a:r>
              <a:rPr lang="en-US" altLang="zh-CN" sz="2709" dirty="0">
                <a:solidFill>
                  <a:srgbClr val="2D5593"/>
                </a:solidFill>
                <a:latin typeface="微软雅黑" panose="020B0503020204020204" pitchFamily="34" charset="-122"/>
                <a:ea typeface="微软雅黑" panose="020B0503020204020204" pitchFamily="34" charset="-122"/>
              </a:rPr>
              <a:t>        </a:t>
            </a:r>
            <a:r>
              <a:rPr lang="zh-CN" altLang="en-US" sz="2709" dirty="0">
                <a:solidFill>
                  <a:srgbClr val="2D5593"/>
                </a:solidFill>
                <a:latin typeface="微软雅黑" panose="020B0503020204020204" pitchFamily="34" charset="-122"/>
                <a:ea typeface="微软雅黑" panose="020B0503020204020204" pitchFamily="34" charset="-122"/>
              </a:rPr>
              <a:t>指导老师：郭龙坤老师</a:t>
            </a:r>
            <a:endParaRPr lang="en-US" altLang="zh-CN" sz="2709" dirty="0">
              <a:solidFill>
                <a:srgbClr val="2D5593"/>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75694903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剪去单角 3"/>
          <p:cNvSpPr/>
          <p:nvPr/>
        </p:nvSpPr>
        <p:spPr>
          <a:xfrm>
            <a:off x="1121733" y="1770911"/>
            <a:ext cx="3218643" cy="3218643"/>
          </a:xfrm>
          <a:prstGeom prst="snip1Rect">
            <a:avLst/>
          </a:prstGeom>
          <a:solidFill>
            <a:srgbClr val="00AF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086709"/>
            <a:endParaRPr lang="zh-CN" altLang="en-US" sz="2167">
              <a:solidFill>
                <a:prstClr val="white"/>
              </a:solidFill>
              <a:latin typeface="Calibri"/>
              <a:ea typeface="宋体" panose="02010600030101010101" pitchFamily="2" charset="-122"/>
            </a:endParaRPr>
          </a:p>
        </p:txBody>
      </p:sp>
      <p:sp>
        <p:nvSpPr>
          <p:cNvPr id="3" name="矩形: 剪去单角 2"/>
          <p:cNvSpPr/>
          <p:nvPr/>
        </p:nvSpPr>
        <p:spPr>
          <a:xfrm>
            <a:off x="1024199" y="1868446"/>
            <a:ext cx="3218643" cy="3218643"/>
          </a:xfrm>
          <a:prstGeom prst="snip1Rect">
            <a:avLst/>
          </a:prstGeom>
          <a:solidFill>
            <a:srgbClr val="005EA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086709"/>
            <a:r>
              <a:rPr lang="zh-CN" altLang="en-US" sz="7314" dirty="0">
                <a:solidFill>
                  <a:prstClr val="white"/>
                </a:solidFill>
                <a:latin typeface="方正兰亭准黑_GBK" panose="02000000000000000000" pitchFamily="2" charset="-122"/>
                <a:ea typeface="方正兰亭准黑_GBK" panose="02000000000000000000" pitchFamily="2" charset="-122"/>
              </a:rPr>
              <a:t>目录</a:t>
            </a:r>
          </a:p>
          <a:p>
            <a:pPr algn="ctr" defTabSz="1086709"/>
            <a:r>
              <a:rPr lang="en-US" altLang="zh-CN" sz="3251" dirty="0">
                <a:solidFill>
                  <a:prstClr val="white"/>
                </a:solidFill>
                <a:latin typeface="方正兰亭准黑_GBK" panose="02000000000000000000" pitchFamily="2" charset="-122"/>
                <a:ea typeface="方正兰亭准黑_GBK" panose="02000000000000000000" pitchFamily="2" charset="-122"/>
              </a:rPr>
              <a:t>COTTENTS</a:t>
            </a:r>
            <a:endParaRPr lang="zh-CN" altLang="en-US" sz="1219" dirty="0">
              <a:solidFill>
                <a:prstClr val="white"/>
              </a:solidFill>
              <a:latin typeface="方正兰亭准黑_GBK" panose="02000000000000000000" pitchFamily="2" charset="-122"/>
              <a:ea typeface="方正兰亭准黑_GBK" panose="02000000000000000000" pitchFamily="2" charset="-122"/>
            </a:endParaRPr>
          </a:p>
        </p:txBody>
      </p:sp>
      <p:sp>
        <p:nvSpPr>
          <p:cNvPr id="5" name="矩形: 剪去单角 4"/>
          <p:cNvSpPr/>
          <p:nvPr/>
        </p:nvSpPr>
        <p:spPr>
          <a:xfrm>
            <a:off x="6193535" y="1283238"/>
            <a:ext cx="780277" cy="780277"/>
          </a:xfrm>
          <a:prstGeom prst="snip1Rect">
            <a:avLst/>
          </a:prstGeom>
          <a:solidFill>
            <a:srgbClr val="00AF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086709"/>
            <a:r>
              <a:rPr lang="en-US" altLang="zh-CN" sz="2167">
                <a:solidFill>
                  <a:prstClr val="white"/>
                </a:solidFill>
                <a:latin typeface="Calibri"/>
                <a:ea typeface="宋体" panose="02010600030101010101" pitchFamily="2" charset="-122"/>
              </a:rPr>
              <a:t>01</a:t>
            </a:r>
            <a:endParaRPr lang="zh-CN" altLang="en-US" sz="2167" dirty="0">
              <a:solidFill>
                <a:prstClr val="white"/>
              </a:solidFill>
              <a:latin typeface="Calibri"/>
              <a:ea typeface="宋体" panose="02010600030101010101" pitchFamily="2" charset="-122"/>
            </a:endParaRPr>
          </a:p>
        </p:txBody>
      </p:sp>
      <p:sp>
        <p:nvSpPr>
          <p:cNvPr id="6" name="文本框 8"/>
          <p:cNvSpPr txBox="1"/>
          <p:nvPr/>
        </p:nvSpPr>
        <p:spPr>
          <a:xfrm>
            <a:off x="7461482" y="1394452"/>
            <a:ext cx="8613973" cy="509082"/>
          </a:xfrm>
          <a:prstGeom prst="rect">
            <a:avLst/>
          </a:prstGeom>
          <a:noFill/>
        </p:spPr>
        <p:txBody>
          <a:bodyPr wrap="square" lIns="91281" tIns="45641" rIns="91281" bIns="45641" rtlCol="0">
            <a:spAutoFit/>
          </a:bodyPr>
          <a:lstStyle/>
          <a:p>
            <a:pPr defTabSz="1086709"/>
            <a:r>
              <a:rPr lang="zh-CN" altLang="en-US" sz="2709" dirty="0">
                <a:solidFill>
                  <a:srgbClr val="2D5593"/>
                </a:solidFill>
                <a:latin typeface="微软雅黑" panose="020B0503020204020204" pitchFamily="34" charset="-122"/>
                <a:ea typeface="微软雅黑" panose="020B0503020204020204" pitchFamily="34" charset="-122"/>
              </a:rPr>
              <a:t>研究背景与现状</a:t>
            </a:r>
            <a:endParaRPr lang="en-US" altLang="zh-CN" sz="2709" dirty="0">
              <a:solidFill>
                <a:srgbClr val="2D5593"/>
              </a:solidFill>
              <a:latin typeface="微软雅黑" panose="020B0503020204020204" pitchFamily="34" charset="-122"/>
              <a:ea typeface="微软雅黑" panose="020B0503020204020204" pitchFamily="34" charset="-122"/>
            </a:endParaRPr>
          </a:p>
        </p:txBody>
      </p:sp>
      <p:sp>
        <p:nvSpPr>
          <p:cNvPr id="7" name="文本框 8"/>
          <p:cNvSpPr txBox="1"/>
          <p:nvPr/>
        </p:nvSpPr>
        <p:spPr>
          <a:xfrm>
            <a:off x="7461483" y="2540484"/>
            <a:ext cx="8613973" cy="509082"/>
          </a:xfrm>
          <a:prstGeom prst="rect">
            <a:avLst/>
          </a:prstGeom>
          <a:noFill/>
        </p:spPr>
        <p:txBody>
          <a:bodyPr wrap="square" lIns="91281" tIns="45641" rIns="91281" bIns="45641" rtlCol="0">
            <a:spAutoFit/>
          </a:bodyPr>
          <a:lstStyle/>
          <a:p>
            <a:pPr defTabSz="1086709"/>
            <a:r>
              <a:rPr lang="zh-CN" altLang="en-US" sz="2709" dirty="0">
                <a:solidFill>
                  <a:srgbClr val="2D5593"/>
                </a:solidFill>
                <a:latin typeface="微软雅黑" panose="020B0503020204020204" pitchFamily="34" charset="-122"/>
                <a:ea typeface="微软雅黑" panose="020B0503020204020204" pitchFamily="34" charset="-122"/>
              </a:rPr>
              <a:t>算法设计</a:t>
            </a:r>
            <a:endParaRPr lang="en-US" altLang="zh-CN" sz="2709" dirty="0">
              <a:solidFill>
                <a:srgbClr val="2D5593"/>
              </a:solidFill>
              <a:latin typeface="微软雅黑" panose="020B0503020204020204" pitchFamily="34" charset="-122"/>
              <a:ea typeface="微软雅黑" panose="020B0503020204020204" pitchFamily="34" charset="-122"/>
            </a:endParaRPr>
          </a:p>
        </p:txBody>
      </p:sp>
      <p:sp>
        <p:nvSpPr>
          <p:cNvPr id="8" name="文本框 8"/>
          <p:cNvSpPr txBox="1"/>
          <p:nvPr/>
        </p:nvSpPr>
        <p:spPr>
          <a:xfrm>
            <a:off x="7461482" y="3686516"/>
            <a:ext cx="8613973" cy="509082"/>
          </a:xfrm>
          <a:prstGeom prst="rect">
            <a:avLst/>
          </a:prstGeom>
          <a:noFill/>
        </p:spPr>
        <p:txBody>
          <a:bodyPr wrap="square" lIns="91281" tIns="45641" rIns="91281" bIns="45641" rtlCol="0">
            <a:spAutoFit/>
          </a:bodyPr>
          <a:lstStyle/>
          <a:p>
            <a:pPr defTabSz="1086709"/>
            <a:r>
              <a:rPr lang="zh-CN" altLang="en-US" sz="2709" dirty="0">
                <a:solidFill>
                  <a:srgbClr val="2D5593"/>
                </a:solidFill>
                <a:latin typeface="微软雅黑" panose="020B0503020204020204" pitchFamily="34" charset="-122"/>
                <a:ea typeface="微软雅黑" panose="020B0503020204020204" pitchFamily="34" charset="-122"/>
              </a:rPr>
              <a:t>实践检验</a:t>
            </a:r>
            <a:endParaRPr lang="en-US" altLang="zh-CN" sz="2709" dirty="0">
              <a:solidFill>
                <a:srgbClr val="2D5593"/>
              </a:solidFill>
              <a:latin typeface="微软雅黑" panose="020B0503020204020204" pitchFamily="34" charset="-122"/>
              <a:ea typeface="微软雅黑" panose="020B0503020204020204" pitchFamily="34" charset="-122"/>
            </a:endParaRPr>
          </a:p>
        </p:txBody>
      </p:sp>
      <p:sp>
        <p:nvSpPr>
          <p:cNvPr id="9" name="文本框 8"/>
          <p:cNvSpPr txBox="1"/>
          <p:nvPr/>
        </p:nvSpPr>
        <p:spPr>
          <a:xfrm>
            <a:off x="7461484" y="4832548"/>
            <a:ext cx="8613973" cy="509082"/>
          </a:xfrm>
          <a:prstGeom prst="rect">
            <a:avLst/>
          </a:prstGeom>
          <a:noFill/>
        </p:spPr>
        <p:txBody>
          <a:bodyPr wrap="square" lIns="91281" tIns="45641" rIns="91281" bIns="45641" rtlCol="0">
            <a:spAutoFit/>
          </a:bodyPr>
          <a:lstStyle/>
          <a:p>
            <a:pPr defTabSz="1086709"/>
            <a:r>
              <a:rPr lang="zh-CN" altLang="en-US" sz="2709" dirty="0">
                <a:solidFill>
                  <a:srgbClr val="2D5593"/>
                </a:solidFill>
                <a:latin typeface="微软雅黑" panose="020B0503020204020204" pitchFamily="34" charset="-122"/>
                <a:ea typeface="微软雅黑" panose="020B0503020204020204" pitchFamily="34" charset="-122"/>
              </a:rPr>
              <a:t>总结与展望</a:t>
            </a:r>
            <a:endParaRPr lang="en-US" altLang="zh-CN" sz="2709" dirty="0">
              <a:solidFill>
                <a:srgbClr val="2D5593"/>
              </a:solidFill>
              <a:latin typeface="微软雅黑" panose="020B0503020204020204" pitchFamily="34" charset="-122"/>
              <a:ea typeface="微软雅黑" panose="020B0503020204020204" pitchFamily="34" charset="-122"/>
            </a:endParaRPr>
          </a:p>
        </p:txBody>
      </p:sp>
      <p:sp>
        <p:nvSpPr>
          <p:cNvPr id="10" name="矩形: 剪去单角 9"/>
          <p:cNvSpPr/>
          <p:nvPr/>
        </p:nvSpPr>
        <p:spPr>
          <a:xfrm>
            <a:off x="6193535" y="2404886"/>
            <a:ext cx="780277" cy="780277"/>
          </a:xfrm>
          <a:prstGeom prst="snip1Rect">
            <a:avLst/>
          </a:prstGeom>
          <a:solidFill>
            <a:srgbClr val="00AF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086709"/>
            <a:r>
              <a:rPr lang="en-US" altLang="zh-CN" sz="2167" dirty="0">
                <a:solidFill>
                  <a:prstClr val="white"/>
                </a:solidFill>
                <a:latin typeface="Calibri"/>
                <a:ea typeface="宋体" panose="02010600030101010101" pitchFamily="2" charset="-122"/>
              </a:rPr>
              <a:t>02</a:t>
            </a:r>
            <a:endParaRPr lang="zh-CN" altLang="en-US" sz="2167" dirty="0">
              <a:solidFill>
                <a:prstClr val="white"/>
              </a:solidFill>
              <a:latin typeface="Calibri"/>
              <a:ea typeface="宋体" panose="02010600030101010101" pitchFamily="2" charset="-122"/>
            </a:endParaRPr>
          </a:p>
        </p:txBody>
      </p:sp>
      <p:sp>
        <p:nvSpPr>
          <p:cNvPr id="11" name="矩形: 剪去单角 10"/>
          <p:cNvSpPr/>
          <p:nvPr/>
        </p:nvSpPr>
        <p:spPr>
          <a:xfrm>
            <a:off x="6193535" y="3526535"/>
            <a:ext cx="780277" cy="780277"/>
          </a:xfrm>
          <a:prstGeom prst="snip1Rect">
            <a:avLst/>
          </a:prstGeom>
          <a:solidFill>
            <a:srgbClr val="00AF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086709"/>
            <a:r>
              <a:rPr lang="en-US" altLang="zh-CN" sz="2167">
                <a:solidFill>
                  <a:prstClr val="white"/>
                </a:solidFill>
                <a:latin typeface="Calibri"/>
                <a:ea typeface="宋体" panose="02010600030101010101" pitchFamily="2" charset="-122"/>
              </a:rPr>
              <a:t>03</a:t>
            </a:r>
            <a:endParaRPr lang="zh-CN" altLang="en-US" sz="2167" dirty="0">
              <a:solidFill>
                <a:prstClr val="white"/>
              </a:solidFill>
              <a:latin typeface="Calibri"/>
              <a:ea typeface="宋体" panose="02010600030101010101" pitchFamily="2" charset="-122"/>
            </a:endParaRPr>
          </a:p>
        </p:txBody>
      </p:sp>
      <p:sp>
        <p:nvSpPr>
          <p:cNvPr id="12" name="矩形: 剪去单角 11"/>
          <p:cNvSpPr/>
          <p:nvPr/>
        </p:nvSpPr>
        <p:spPr>
          <a:xfrm>
            <a:off x="6193535" y="4648184"/>
            <a:ext cx="780277" cy="780277"/>
          </a:xfrm>
          <a:prstGeom prst="snip1Rect">
            <a:avLst/>
          </a:prstGeom>
          <a:solidFill>
            <a:srgbClr val="00AF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086709"/>
            <a:r>
              <a:rPr lang="en-US" altLang="zh-CN" sz="2167">
                <a:solidFill>
                  <a:prstClr val="white"/>
                </a:solidFill>
                <a:latin typeface="Calibri"/>
                <a:ea typeface="宋体" panose="02010600030101010101" pitchFamily="2" charset="-122"/>
              </a:rPr>
              <a:t>04</a:t>
            </a:r>
            <a:endParaRPr lang="zh-CN" altLang="en-US" sz="2167" dirty="0">
              <a:solidFill>
                <a:prstClr val="white"/>
              </a:solidFill>
              <a:latin typeface="Calibri"/>
              <a:ea typeface="宋体" panose="02010600030101010101" pitchFamily="2" charset="-122"/>
            </a:endParaRPr>
          </a:p>
        </p:txBody>
      </p:sp>
    </p:spTree>
    <p:extLst>
      <p:ext uri="{BB962C8B-B14F-4D97-AF65-F5344CB8AC3E}">
        <p14:creationId xmlns:p14="http://schemas.microsoft.com/office/powerpoint/2010/main" val="171084446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剪去单角 3"/>
          <p:cNvSpPr/>
          <p:nvPr/>
        </p:nvSpPr>
        <p:spPr>
          <a:xfrm>
            <a:off x="2136896" y="1966854"/>
            <a:ext cx="2828505" cy="2828505"/>
          </a:xfrm>
          <a:prstGeom prst="snip1Rect">
            <a:avLst/>
          </a:prstGeom>
          <a:solidFill>
            <a:srgbClr val="00AF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38"/>
          </a:p>
        </p:txBody>
      </p:sp>
      <p:sp>
        <p:nvSpPr>
          <p:cNvPr id="5" name="矩形: 剪去单角 4"/>
          <p:cNvSpPr/>
          <p:nvPr/>
        </p:nvSpPr>
        <p:spPr>
          <a:xfrm>
            <a:off x="2039361" y="2064389"/>
            <a:ext cx="2828505" cy="2828505"/>
          </a:xfrm>
          <a:prstGeom prst="snip1Rect">
            <a:avLst/>
          </a:prstGeom>
          <a:solidFill>
            <a:srgbClr val="005EA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5418">
                <a:latin typeface="方正兰亭准黑_GBK" panose="02000000000000000000" pitchFamily="2" charset="-122"/>
                <a:ea typeface="方正兰亭准黑_GBK" panose="02000000000000000000" pitchFamily="2" charset="-122"/>
              </a:rPr>
              <a:t>PART</a:t>
            </a:r>
          </a:p>
          <a:p>
            <a:pPr algn="ctr"/>
            <a:r>
              <a:rPr lang="en-US" altLang="zh-CN" sz="5418">
                <a:latin typeface="方正兰亭准黑_GBK" panose="02000000000000000000" pitchFamily="2" charset="-122"/>
                <a:ea typeface="方正兰亭准黑_GBK" panose="02000000000000000000" pitchFamily="2" charset="-122"/>
              </a:rPr>
              <a:t>01</a:t>
            </a:r>
            <a:endParaRPr lang="zh-CN" altLang="en-US" sz="8127" dirty="0">
              <a:latin typeface="方正兰亭准黑_GBK" panose="02000000000000000000" pitchFamily="2" charset="-122"/>
              <a:ea typeface="方正兰亭准黑_GBK" panose="02000000000000000000" pitchFamily="2" charset="-122"/>
            </a:endParaRPr>
          </a:p>
        </p:txBody>
      </p:sp>
      <p:sp>
        <p:nvSpPr>
          <p:cNvPr id="6" name="文本框 8"/>
          <p:cNvSpPr txBox="1"/>
          <p:nvPr/>
        </p:nvSpPr>
        <p:spPr>
          <a:xfrm>
            <a:off x="5550610" y="2211332"/>
            <a:ext cx="8613973" cy="925928"/>
          </a:xfrm>
          <a:prstGeom prst="rect">
            <a:avLst/>
          </a:prstGeom>
          <a:noFill/>
        </p:spPr>
        <p:txBody>
          <a:bodyPr wrap="square" lIns="91281" tIns="45641" rIns="91281" bIns="45641" rtlCol="0">
            <a:spAutoFit/>
          </a:bodyPr>
          <a:lstStyle/>
          <a:p>
            <a:r>
              <a:rPr lang="zh-CN" altLang="en-US" sz="5418">
                <a:solidFill>
                  <a:srgbClr val="2D5593"/>
                </a:solidFill>
                <a:latin typeface="微软雅黑" panose="020B0503020204020204" pitchFamily="34" charset="-122"/>
                <a:ea typeface="微软雅黑" panose="020B0503020204020204" pitchFamily="34" charset="-122"/>
              </a:rPr>
              <a:t>研究背景与现状</a:t>
            </a:r>
            <a:endParaRPr lang="en-US" altLang="zh-CN" sz="5418" dirty="0">
              <a:solidFill>
                <a:srgbClr val="2D5593"/>
              </a:solidFill>
              <a:latin typeface="微软雅黑" panose="020B0503020204020204" pitchFamily="34" charset="-122"/>
              <a:ea typeface="微软雅黑" panose="020B0503020204020204" pitchFamily="34" charset="-122"/>
            </a:endParaRPr>
          </a:p>
        </p:txBody>
      </p:sp>
      <p:sp>
        <p:nvSpPr>
          <p:cNvPr id="7" name="文本框 8"/>
          <p:cNvSpPr txBox="1"/>
          <p:nvPr/>
        </p:nvSpPr>
        <p:spPr>
          <a:xfrm>
            <a:off x="5550609" y="3506026"/>
            <a:ext cx="3803851" cy="467341"/>
          </a:xfrm>
          <a:prstGeom prst="rect">
            <a:avLst/>
          </a:prstGeom>
          <a:noFill/>
        </p:spPr>
        <p:txBody>
          <a:bodyPr wrap="square" lIns="91281" tIns="45641" rIns="91281" bIns="45641" rtlCol="0">
            <a:spAutoFit/>
          </a:bodyPr>
          <a:lstStyle/>
          <a:p>
            <a:r>
              <a:rPr lang="en-US" altLang="zh-CN" sz="2438" dirty="0">
                <a:solidFill>
                  <a:schemeClr val="tx1">
                    <a:lumMod val="75000"/>
                    <a:lumOff val="25000"/>
                  </a:schemeClr>
                </a:solidFill>
                <a:latin typeface="微软雅黑" panose="020B0503020204020204" pitchFamily="34" charset="-122"/>
                <a:ea typeface="微软雅黑" panose="020B0503020204020204" pitchFamily="34" charset="-122"/>
              </a:rPr>
              <a:t>1.1 </a:t>
            </a:r>
            <a:r>
              <a:rPr lang="zh-CN" altLang="en-US" sz="2438" dirty="0">
                <a:solidFill>
                  <a:schemeClr val="tx1">
                    <a:lumMod val="75000"/>
                    <a:lumOff val="25000"/>
                  </a:schemeClr>
                </a:solidFill>
                <a:latin typeface="微软雅黑" panose="020B0503020204020204" pitchFamily="34" charset="-122"/>
                <a:ea typeface="微软雅黑" panose="020B0503020204020204" pitchFamily="34" charset="-122"/>
              </a:rPr>
              <a:t>研究背景</a:t>
            </a:r>
            <a:endParaRPr lang="en-US" altLang="zh-CN" sz="2438"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9" name="文本框 8"/>
          <p:cNvSpPr txBox="1"/>
          <p:nvPr/>
        </p:nvSpPr>
        <p:spPr>
          <a:xfrm>
            <a:off x="5550609" y="4188768"/>
            <a:ext cx="3803851" cy="467341"/>
          </a:xfrm>
          <a:prstGeom prst="rect">
            <a:avLst/>
          </a:prstGeom>
          <a:noFill/>
        </p:spPr>
        <p:txBody>
          <a:bodyPr wrap="square" lIns="91281" tIns="45641" rIns="91281" bIns="45641" rtlCol="0">
            <a:spAutoFit/>
          </a:bodyPr>
          <a:lstStyle/>
          <a:p>
            <a:r>
              <a:rPr lang="en-US" altLang="zh-CN" sz="2438" dirty="0">
                <a:solidFill>
                  <a:schemeClr val="tx1">
                    <a:lumMod val="75000"/>
                    <a:lumOff val="25000"/>
                  </a:schemeClr>
                </a:solidFill>
                <a:latin typeface="微软雅黑" panose="020B0503020204020204" pitchFamily="34" charset="-122"/>
                <a:ea typeface="微软雅黑" panose="020B0503020204020204" pitchFamily="34" charset="-122"/>
              </a:rPr>
              <a:t>1.2 </a:t>
            </a:r>
            <a:r>
              <a:rPr lang="zh-CN" altLang="en-US" sz="2438" dirty="0">
                <a:solidFill>
                  <a:schemeClr val="tx1">
                    <a:lumMod val="75000"/>
                    <a:lumOff val="25000"/>
                  </a:schemeClr>
                </a:solidFill>
                <a:latin typeface="微软雅黑" panose="020B0503020204020204" pitchFamily="34" charset="-122"/>
                <a:ea typeface="微软雅黑" panose="020B0503020204020204" pitchFamily="34" charset="-122"/>
              </a:rPr>
              <a:t>研究现状</a:t>
            </a:r>
            <a:endParaRPr lang="en-US" altLang="zh-CN" sz="2438"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68989818"/>
      </p:ext>
    </p:extLst>
  </p:cSld>
  <p:clrMapOvr>
    <a:masterClrMapping/>
  </p:clrMapOvr>
  <mc:AlternateContent xmlns:mc="http://schemas.openxmlformats.org/markup-compatibility/2006" xmlns:p14="http://schemas.microsoft.com/office/powerpoint/2010/main">
    <mc:Choice Requires="p14">
      <p:transition p14:dur="0" advTm="1260"/>
    </mc:Choice>
    <mc:Fallback xmlns="">
      <p:transition advTm="1260"/>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剪去单角 6">
            <a:extLst>
              <a:ext uri="{FF2B5EF4-FFF2-40B4-BE49-F238E27FC236}">
                <a16:creationId xmlns:a16="http://schemas.microsoft.com/office/drawing/2014/main" id="{090DC2B6-60A5-388B-0BEC-885EF4760BEF}"/>
              </a:ext>
            </a:extLst>
          </p:cNvPr>
          <p:cNvSpPr/>
          <p:nvPr/>
        </p:nvSpPr>
        <p:spPr>
          <a:xfrm>
            <a:off x="456510" y="363276"/>
            <a:ext cx="453697" cy="434666"/>
          </a:xfrm>
          <a:prstGeom prst="snip1Rect">
            <a:avLst/>
          </a:prstGeom>
          <a:solidFill>
            <a:srgbClr val="00AF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802295" rtl="0" eaLnBrk="1" latinLnBrk="0" hangingPunct="1">
              <a:defRPr sz="1600" kern="1200">
                <a:solidFill>
                  <a:schemeClr val="lt1"/>
                </a:solidFill>
                <a:latin typeface="+mn-lt"/>
                <a:ea typeface="+mn-ea"/>
                <a:cs typeface="+mn-cs"/>
              </a:defRPr>
            </a:lvl1pPr>
            <a:lvl2pPr marL="401147" algn="l" defTabSz="802295" rtl="0" eaLnBrk="1" latinLnBrk="0" hangingPunct="1">
              <a:defRPr sz="1600" kern="1200">
                <a:solidFill>
                  <a:schemeClr val="lt1"/>
                </a:solidFill>
                <a:latin typeface="+mn-lt"/>
                <a:ea typeface="+mn-ea"/>
                <a:cs typeface="+mn-cs"/>
              </a:defRPr>
            </a:lvl2pPr>
            <a:lvl3pPr marL="802295" algn="l" defTabSz="802295" rtl="0" eaLnBrk="1" latinLnBrk="0" hangingPunct="1">
              <a:defRPr sz="1600" kern="1200">
                <a:solidFill>
                  <a:schemeClr val="lt1"/>
                </a:solidFill>
                <a:latin typeface="+mn-lt"/>
                <a:ea typeface="+mn-ea"/>
                <a:cs typeface="+mn-cs"/>
              </a:defRPr>
            </a:lvl3pPr>
            <a:lvl4pPr marL="1203442" algn="l" defTabSz="802295" rtl="0" eaLnBrk="1" latinLnBrk="0" hangingPunct="1">
              <a:defRPr sz="1600" kern="1200">
                <a:solidFill>
                  <a:schemeClr val="lt1"/>
                </a:solidFill>
                <a:latin typeface="+mn-lt"/>
                <a:ea typeface="+mn-ea"/>
                <a:cs typeface="+mn-cs"/>
              </a:defRPr>
            </a:lvl4pPr>
            <a:lvl5pPr marL="1604589" algn="l" defTabSz="802295" rtl="0" eaLnBrk="1" latinLnBrk="0" hangingPunct="1">
              <a:defRPr sz="1600" kern="1200">
                <a:solidFill>
                  <a:schemeClr val="lt1"/>
                </a:solidFill>
                <a:latin typeface="+mn-lt"/>
                <a:ea typeface="+mn-ea"/>
                <a:cs typeface="+mn-cs"/>
              </a:defRPr>
            </a:lvl5pPr>
            <a:lvl6pPr marL="2005736" algn="l" defTabSz="802295" rtl="0" eaLnBrk="1" latinLnBrk="0" hangingPunct="1">
              <a:defRPr sz="1600" kern="1200">
                <a:solidFill>
                  <a:schemeClr val="lt1"/>
                </a:solidFill>
                <a:latin typeface="+mn-lt"/>
                <a:ea typeface="+mn-ea"/>
                <a:cs typeface="+mn-cs"/>
              </a:defRPr>
            </a:lvl6pPr>
            <a:lvl7pPr marL="2406884" algn="l" defTabSz="802295" rtl="0" eaLnBrk="1" latinLnBrk="0" hangingPunct="1">
              <a:defRPr sz="1600" kern="1200">
                <a:solidFill>
                  <a:schemeClr val="lt1"/>
                </a:solidFill>
                <a:latin typeface="+mn-lt"/>
                <a:ea typeface="+mn-ea"/>
                <a:cs typeface="+mn-cs"/>
              </a:defRPr>
            </a:lvl7pPr>
            <a:lvl8pPr marL="2808031" algn="l" defTabSz="802295" rtl="0" eaLnBrk="1" latinLnBrk="0" hangingPunct="1">
              <a:defRPr sz="1600" kern="1200">
                <a:solidFill>
                  <a:schemeClr val="lt1"/>
                </a:solidFill>
                <a:latin typeface="+mn-lt"/>
                <a:ea typeface="+mn-ea"/>
                <a:cs typeface="+mn-cs"/>
              </a:defRPr>
            </a:lvl8pPr>
            <a:lvl9pPr marL="3209178" algn="l" defTabSz="802295" rtl="0" eaLnBrk="1" latinLnBrk="0" hangingPunct="1">
              <a:defRPr sz="1600" kern="1200">
                <a:solidFill>
                  <a:schemeClr val="lt1"/>
                </a:solidFill>
                <a:latin typeface="+mn-lt"/>
                <a:ea typeface="+mn-ea"/>
                <a:cs typeface="+mn-cs"/>
              </a:defRPr>
            </a:lvl9pPr>
          </a:lstStyle>
          <a:p>
            <a:pPr algn="ctr"/>
            <a:endParaRPr lang="zh-CN" altLang="en-US"/>
          </a:p>
        </p:txBody>
      </p:sp>
      <p:sp>
        <p:nvSpPr>
          <p:cNvPr id="8" name="矩形: 剪去单角 7">
            <a:extLst>
              <a:ext uri="{FF2B5EF4-FFF2-40B4-BE49-F238E27FC236}">
                <a16:creationId xmlns:a16="http://schemas.microsoft.com/office/drawing/2014/main" id="{7C49A1BE-A0E7-7AF3-F4A0-69B94FF892C6}"/>
              </a:ext>
            </a:extLst>
          </p:cNvPr>
          <p:cNvSpPr/>
          <p:nvPr/>
        </p:nvSpPr>
        <p:spPr>
          <a:xfrm>
            <a:off x="384502" y="435284"/>
            <a:ext cx="453697" cy="434666"/>
          </a:xfrm>
          <a:prstGeom prst="snip1Rect">
            <a:avLst/>
          </a:prstGeom>
          <a:solidFill>
            <a:srgbClr val="005EA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802295" rtl="0" eaLnBrk="1" latinLnBrk="0" hangingPunct="1">
              <a:defRPr sz="1600" kern="1200">
                <a:solidFill>
                  <a:schemeClr val="lt1"/>
                </a:solidFill>
                <a:latin typeface="+mn-lt"/>
                <a:ea typeface="+mn-ea"/>
                <a:cs typeface="+mn-cs"/>
              </a:defRPr>
            </a:lvl1pPr>
            <a:lvl2pPr marL="401147" algn="l" defTabSz="802295" rtl="0" eaLnBrk="1" latinLnBrk="0" hangingPunct="1">
              <a:defRPr sz="1600" kern="1200">
                <a:solidFill>
                  <a:schemeClr val="lt1"/>
                </a:solidFill>
                <a:latin typeface="+mn-lt"/>
                <a:ea typeface="+mn-ea"/>
                <a:cs typeface="+mn-cs"/>
              </a:defRPr>
            </a:lvl2pPr>
            <a:lvl3pPr marL="802295" algn="l" defTabSz="802295" rtl="0" eaLnBrk="1" latinLnBrk="0" hangingPunct="1">
              <a:defRPr sz="1600" kern="1200">
                <a:solidFill>
                  <a:schemeClr val="lt1"/>
                </a:solidFill>
                <a:latin typeface="+mn-lt"/>
                <a:ea typeface="+mn-ea"/>
                <a:cs typeface="+mn-cs"/>
              </a:defRPr>
            </a:lvl3pPr>
            <a:lvl4pPr marL="1203442" algn="l" defTabSz="802295" rtl="0" eaLnBrk="1" latinLnBrk="0" hangingPunct="1">
              <a:defRPr sz="1600" kern="1200">
                <a:solidFill>
                  <a:schemeClr val="lt1"/>
                </a:solidFill>
                <a:latin typeface="+mn-lt"/>
                <a:ea typeface="+mn-ea"/>
                <a:cs typeface="+mn-cs"/>
              </a:defRPr>
            </a:lvl4pPr>
            <a:lvl5pPr marL="1604589" algn="l" defTabSz="802295" rtl="0" eaLnBrk="1" latinLnBrk="0" hangingPunct="1">
              <a:defRPr sz="1600" kern="1200">
                <a:solidFill>
                  <a:schemeClr val="lt1"/>
                </a:solidFill>
                <a:latin typeface="+mn-lt"/>
                <a:ea typeface="+mn-ea"/>
                <a:cs typeface="+mn-cs"/>
              </a:defRPr>
            </a:lvl5pPr>
            <a:lvl6pPr marL="2005736" algn="l" defTabSz="802295" rtl="0" eaLnBrk="1" latinLnBrk="0" hangingPunct="1">
              <a:defRPr sz="1600" kern="1200">
                <a:solidFill>
                  <a:schemeClr val="lt1"/>
                </a:solidFill>
                <a:latin typeface="+mn-lt"/>
                <a:ea typeface="+mn-ea"/>
                <a:cs typeface="+mn-cs"/>
              </a:defRPr>
            </a:lvl6pPr>
            <a:lvl7pPr marL="2406884" algn="l" defTabSz="802295" rtl="0" eaLnBrk="1" latinLnBrk="0" hangingPunct="1">
              <a:defRPr sz="1600" kern="1200">
                <a:solidFill>
                  <a:schemeClr val="lt1"/>
                </a:solidFill>
                <a:latin typeface="+mn-lt"/>
                <a:ea typeface="+mn-ea"/>
                <a:cs typeface="+mn-cs"/>
              </a:defRPr>
            </a:lvl7pPr>
            <a:lvl8pPr marL="2808031" algn="l" defTabSz="802295" rtl="0" eaLnBrk="1" latinLnBrk="0" hangingPunct="1">
              <a:defRPr sz="1600" kern="1200">
                <a:solidFill>
                  <a:schemeClr val="lt1"/>
                </a:solidFill>
                <a:latin typeface="+mn-lt"/>
                <a:ea typeface="+mn-ea"/>
                <a:cs typeface="+mn-cs"/>
              </a:defRPr>
            </a:lvl8pPr>
            <a:lvl9pPr marL="3209178" algn="l" defTabSz="802295" rtl="0" eaLnBrk="1" latinLnBrk="0" hangingPunct="1">
              <a:defRPr sz="1600" kern="1200">
                <a:solidFill>
                  <a:schemeClr val="lt1"/>
                </a:solidFill>
                <a:latin typeface="+mn-lt"/>
                <a:ea typeface="+mn-ea"/>
                <a:cs typeface="+mn-cs"/>
              </a:defRPr>
            </a:lvl9pPr>
          </a:lstStyle>
          <a:p>
            <a:pPr algn="ctr"/>
            <a:endParaRPr lang="en-US" altLang="zh-CN" sz="4000" dirty="0">
              <a:latin typeface="方正兰亭准黑_GBK" panose="02000000000000000000" pitchFamily="2" charset="-122"/>
              <a:ea typeface="方正兰亭准黑_GBK" panose="02000000000000000000" pitchFamily="2" charset="-122"/>
            </a:endParaRPr>
          </a:p>
        </p:txBody>
      </p:sp>
      <p:sp>
        <p:nvSpPr>
          <p:cNvPr id="9" name="文本框 8">
            <a:extLst>
              <a:ext uri="{FF2B5EF4-FFF2-40B4-BE49-F238E27FC236}">
                <a16:creationId xmlns:a16="http://schemas.microsoft.com/office/drawing/2014/main" id="{B1AF1609-1A2E-42F7-1CDB-A412B6C665CA}"/>
              </a:ext>
            </a:extLst>
          </p:cNvPr>
          <p:cNvSpPr txBox="1"/>
          <p:nvPr/>
        </p:nvSpPr>
        <p:spPr>
          <a:xfrm>
            <a:off x="982215" y="422115"/>
            <a:ext cx="2809298" cy="375827"/>
          </a:xfrm>
          <a:prstGeom prst="rect">
            <a:avLst/>
          </a:prstGeom>
          <a:noFill/>
        </p:spPr>
        <p:txBody>
          <a:bodyPr wrap="square" lIns="67391" tIns="33696" rIns="67391" bIns="33696" rtlCol="0">
            <a:spAutoFit/>
          </a:bodyPr>
          <a:lstStyle>
            <a:defPPr>
              <a:defRPr lang="zh-CN"/>
            </a:defPPr>
            <a:lvl1pPr marL="0" algn="l" defTabSz="802295" rtl="0" eaLnBrk="1" latinLnBrk="0" hangingPunct="1">
              <a:defRPr sz="1600" kern="1200">
                <a:solidFill>
                  <a:schemeClr val="tx1"/>
                </a:solidFill>
                <a:latin typeface="+mn-lt"/>
                <a:ea typeface="+mn-ea"/>
                <a:cs typeface="+mn-cs"/>
              </a:defRPr>
            </a:lvl1pPr>
            <a:lvl2pPr marL="401147" algn="l" defTabSz="802295" rtl="0" eaLnBrk="1" latinLnBrk="0" hangingPunct="1">
              <a:defRPr sz="1600" kern="1200">
                <a:solidFill>
                  <a:schemeClr val="tx1"/>
                </a:solidFill>
                <a:latin typeface="+mn-lt"/>
                <a:ea typeface="+mn-ea"/>
                <a:cs typeface="+mn-cs"/>
              </a:defRPr>
            </a:lvl2pPr>
            <a:lvl3pPr marL="802295" algn="l" defTabSz="802295" rtl="0" eaLnBrk="1" latinLnBrk="0" hangingPunct="1">
              <a:defRPr sz="1600" kern="1200">
                <a:solidFill>
                  <a:schemeClr val="tx1"/>
                </a:solidFill>
                <a:latin typeface="+mn-lt"/>
                <a:ea typeface="+mn-ea"/>
                <a:cs typeface="+mn-cs"/>
              </a:defRPr>
            </a:lvl3pPr>
            <a:lvl4pPr marL="1203442" algn="l" defTabSz="802295" rtl="0" eaLnBrk="1" latinLnBrk="0" hangingPunct="1">
              <a:defRPr sz="1600" kern="1200">
                <a:solidFill>
                  <a:schemeClr val="tx1"/>
                </a:solidFill>
                <a:latin typeface="+mn-lt"/>
                <a:ea typeface="+mn-ea"/>
                <a:cs typeface="+mn-cs"/>
              </a:defRPr>
            </a:lvl4pPr>
            <a:lvl5pPr marL="1604589" algn="l" defTabSz="802295" rtl="0" eaLnBrk="1" latinLnBrk="0" hangingPunct="1">
              <a:defRPr sz="1600" kern="1200">
                <a:solidFill>
                  <a:schemeClr val="tx1"/>
                </a:solidFill>
                <a:latin typeface="+mn-lt"/>
                <a:ea typeface="+mn-ea"/>
                <a:cs typeface="+mn-cs"/>
              </a:defRPr>
            </a:lvl5pPr>
            <a:lvl6pPr marL="2005736" algn="l" defTabSz="802295" rtl="0" eaLnBrk="1" latinLnBrk="0" hangingPunct="1">
              <a:defRPr sz="1600" kern="1200">
                <a:solidFill>
                  <a:schemeClr val="tx1"/>
                </a:solidFill>
                <a:latin typeface="+mn-lt"/>
                <a:ea typeface="+mn-ea"/>
                <a:cs typeface="+mn-cs"/>
              </a:defRPr>
            </a:lvl6pPr>
            <a:lvl7pPr marL="2406884" algn="l" defTabSz="802295" rtl="0" eaLnBrk="1" latinLnBrk="0" hangingPunct="1">
              <a:defRPr sz="1600" kern="1200">
                <a:solidFill>
                  <a:schemeClr val="tx1"/>
                </a:solidFill>
                <a:latin typeface="+mn-lt"/>
                <a:ea typeface="+mn-ea"/>
                <a:cs typeface="+mn-cs"/>
              </a:defRPr>
            </a:lvl7pPr>
            <a:lvl8pPr marL="2808031" algn="l" defTabSz="802295" rtl="0" eaLnBrk="1" latinLnBrk="0" hangingPunct="1">
              <a:defRPr sz="1600" kern="1200">
                <a:solidFill>
                  <a:schemeClr val="tx1"/>
                </a:solidFill>
                <a:latin typeface="+mn-lt"/>
                <a:ea typeface="+mn-ea"/>
                <a:cs typeface="+mn-cs"/>
              </a:defRPr>
            </a:lvl8pPr>
            <a:lvl9pPr marL="3209178" algn="l" defTabSz="802295" rtl="0" eaLnBrk="1" latinLnBrk="0" hangingPunct="1">
              <a:defRPr sz="1600" kern="1200">
                <a:solidFill>
                  <a:schemeClr val="tx1"/>
                </a:solidFill>
                <a:latin typeface="+mn-lt"/>
                <a:ea typeface="+mn-ea"/>
                <a:cs typeface="+mn-cs"/>
              </a:defRPr>
            </a:lvl9pPr>
          </a:lstStyle>
          <a:p>
            <a:r>
              <a:rPr lang="en-US" altLang="zh-CN" sz="2000" dirty="0">
                <a:solidFill>
                  <a:srgbClr val="2D5593"/>
                </a:solidFill>
                <a:latin typeface="微软雅黑" panose="020B0503020204020204" pitchFamily="34" charset="-122"/>
                <a:ea typeface="微软雅黑" panose="020B0503020204020204" pitchFamily="34" charset="-122"/>
              </a:rPr>
              <a:t>1.1</a:t>
            </a:r>
            <a:r>
              <a:rPr lang="zh-CN" altLang="en-US" sz="2000" dirty="0">
                <a:solidFill>
                  <a:srgbClr val="2D5593"/>
                </a:solidFill>
                <a:latin typeface="微软雅黑" panose="020B0503020204020204" pitchFamily="34" charset="-122"/>
                <a:ea typeface="微软雅黑" panose="020B0503020204020204" pitchFamily="34" charset="-122"/>
              </a:rPr>
              <a:t> 研究背景</a:t>
            </a:r>
            <a:endParaRPr lang="en-US" altLang="zh-CN" sz="2000" dirty="0">
              <a:solidFill>
                <a:srgbClr val="2D5593"/>
              </a:solidFill>
              <a:latin typeface="微软雅黑" panose="020B0503020204020204" pitchFamily="34" charset="-122"/>
              <a:ea typeface="微软雅黑" panose="020B0503020204020204" pitchFamily="34" charset="-122"/>
            </a:endParaRPr>
          </a:p>
        </p:txBody>
      </p:sp>
      <p:sp>
        <p:nvSpPr>
          <p:cNvPr id="12" name="文本框 11">
            <a:extLst>
              <a:ext uri="{FF2B5EF4-FFF2-40B4-BE49-F238E27FC236}">
                <a16:creationId xmlns:a16="http://schemas.microsoft.com/office/drawing/2014/main" id="{C655A3E3-E8BB-8144-FD2E-FED74870E4EF}"/>
              </a:ext>
            </a:extLst>
          </p:cNvPr>
          <p:cNvSpPr txBox="1"/>
          <p:nvPr/>
        </p:nvSpPr>
        <p:spPr>
          <a:xfrm>
            <a:off x="1609725" y="1983705"/>
            <a:ext cx="8972550" cy="3298147"/>
          </a:xfrm>
          <a:prstGeom prst="rect">
            <a:avLst/>
          </a:prstGeom>
          <a:noFill/>
        </p:spPr>
        <p:txBody>
          <a:bodyPr wrap="square" rtlCol="0">
            <a:spAutoFit/>
          </a:bodyPr>
          <a:lstStyle/>
          <a:p>
            <a:pPr indent="279400">
              <a:lnSpc>
                <a:spcPct val="130000"/>
              </a:lnSpc>
            </a:pPr>
            <a:r>
              <a:rPr lang="zh-CN" altLang="en-US"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现场可编程逻辑门阵列（</a:t>
            </a:r>
            <a:r>
              <a:rPr lang="en-US" altLang="zh-CN"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Field Programmable Gate Array, </a:t>
            </a:r>
            <a:r>
              <a:rPr lang="zh-CN" altLang="en-US"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下称</a:t>
            </a:r>
            <a:r>
              <a:rPr lang="en-US" altLang="zh-CN"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FPGA</a:t>
            </a:r>
            <a:r>
              <a:rPr lang="zh-CN" altLang="en-US"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是一种可反复编程的硬件芯片。它内含大量可配置逻辑单元和可编程连线，用户能通过特定的硬件描述语言定制专用的电路。因其具有更高的集成度、更强的逻辑功能和更大的灵活性，目前已成为设计数字电路或系统的首选器件之一。</a:t>
            </a:r>
            <a:endParaRPr lang="en-US" altLang="zh-CN"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endParaRPr>
          </a:p>
          <a:p>
            <a:pPr indent="279400">
              <a:lnSpc>
                <a:spcPct val="130000"/>
              </a:lnSpc>
            </a:pPr>
            <a:r>
              <a:rPr lang="zh-CN" altLang="en-US"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近年来，</a:t>
            </a:r>
            <a:r>
              <a:rPr lang="en-US" altLang="zh-CN"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FPGA</a:t>
            </a:r>
            <a:r>
              <a:rPr lang="zh-CN" altLang="en-US"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产业正在快速增长。在技术层面，</a:t>
            </a:r>
            <a:r>
              <a:rPr lang="en-US" altLang="zh-CN"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FPGA</a:t>
            </a:r>
            <a:r>
              <a:rPr lang="zh-CN" altLang="en-US"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电路正在经历从单一可编程逻辑器件向异构计算平台的转型。在应用层面，</a:t>
            </a:r>
            <a:r>
              <a:rPr lang="en-US" altLang="zh-CN"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FPGA</a:t>
            </a:r>
            <a:r>
              <a:rPr lang="zh-CN" altLang="en-US"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已从传统的原型验证拓展转变为数据中心智能网卡与</a:t>
            </a:r>
            <a:r>
              <a:rPr lang="en-US" altLang="zh-CN"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AI</a:t>
            </a:r>
            <a:r>
              <a:rPr lang="zh-CN" altLang="en-US"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推理加速的关键器件。</a:t>
            </a:r>
            <a:endParaRPr lang="en-US" altLang="zh-CN"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endParaRPr>
          </a:p>
          <a:p>
            <a:pPr indent="279400">
              <a:lnSpc>
                <a:spcPct val="130000"/>
              </a:lnSpc>
            </a:pPr>
            <a:r>
              <a:rPr lang="zh-CN" altLang="en-US"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因此，对与</a:t>
            </a:r>
            <a:r>
              <a:rPr lang="en-US" altLang="zh-CN"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FPGA</a:t>
            </a:r>
            <a:r>
              <a:rPr lang="zh-CN" altLang="en-US"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相关的研发、设计技术的需求与日俱增，其中就包括本课题涉及的</a:t>
            </a:r>
            <a:r>
              <a:rPr lang="en-US" altLang="zh-CN"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FPGA</a:t>
            </a:r>
            <a:r>
              <a:rPr lang="zh-CN" altLang="en-US"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电路的划分问题。</a:t>
            </a:r>
            <a:endParaRPr lang="zh-CN" altLang="zh-CN"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 name="文本框 1">
            <a:extLst>
              <a:ext uri="{FF2B5EF4-FFF2-40B4-BE49-F238E27FC236}">
                <a16:creationId xmlns:a16="http://schemas.microsoft.com/office/drawing/2014/main" id="{F7AB2039-A810-69FE-EDC5-6284723CDC00}"/>
              </a:ext>
            </a:extLst>
          </p:cNvPr>
          <p:cNvSpPr txBox="1"/>
          <p:nvPr/>
        </p:nvSpPr>
        <p:spPr>
          <a:xfrm>
            <a:off x="11542816" y="6270171"/>
            <a:ext cx="302820" cy="369332"/>
          </a:xfrm>
          <a:prstGeom prst="rect">
            <a:avLst/>
          </a:prstGeom>
          <a:noFill/>
        </p:spPr>
        <p:txBody>
          <a:bodyPr wrap="square" rtlCol="0">
            <a:spAutoFit/>
          </a:bodyPr>
          <a:lstStyle/>
          <a:p>
            <a:r>
              <a:rPr lang="en-US" altLang="zh-CN" dirty="0"/>
              <a:t>2</a:t>
            </a:r>
            <a:endParaRPr lang="zh-CN" altLang="en-US" dirty="0"/>
          </a:p>
        </p:txBody>
      </p:sp>
    </p:spTree>
    <p:extLst>
      <p:ext uri="{BB962C8B-B14F-4D97-AF65-F5344CB8AC3E}">
        <p14:creationId xmlns:p14="http://schemas.microsoft.com/office/powerpoint/2010/main" val="2628025537"/>
      </p:ext>
    </p:extLst>
  </p:cSld>
  <p:clrMapOvr>
    <a:masterClrMapping/>
  </p:clrMapOvr>
  <mc:AlternateContent xmlns:mc="http://schemas.openxmlformats.org/markup-compatibility/2006" xmlns:p14="http://schemas.microsoft.com/office/powerpoint/2010/main">
    <mc:Choice Requires="p14">
      <p:transition p14:dur="10" advTm="1260"/>
    </mc:Choice>
    <mc:Fallback xmlns="">
      <p:transition advTm="1260"/>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剪去单角 6">
            <a:extLst>
              <a:ext uri="{FF2B5EF4-FFF2-40B4-BE49-F238E27FC236}">
                <a16:creationId xmlns:a16="http://schemas.microsoft.com/office/drawing/2014/main" id="{090DC2B6-60A5-388B-0BEC-885EF4760BEF}"/>
              </a:ext>
            </a:extLst>
          </p:cNvPr>
          <p:cNvSpPr/>
          <p:nvPr/>
        </p:nvSpPr>
        <p:spPr>
          <a:xfrm>
            <a:off x="456510" y="363276"/>
            <a:ext cx="453697" cy="434666"/>
          </a:xfrm>
          <a:prstGeom prst="snip1Rect">
            <a:avLst/>
          </a:prstGeom>
          <a:solidFill>
            <a:srgbClr val="00AF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802295" rtl="0" eaLnBrk="1" latinLnBrk="0" hangingPunct="1">
              <a:defRPr sz="1600" kern="1200">
                <a:solidFill>
                  <a:schemeClr val="lt1"/>
                </a:solidFill>
                <a:latin typeface="+mn-lt"/>
                <a:ea typeface="+mn-ea"/>
                <a:cs typeface="+mn-cs"/>
              </a:defRPr>
            </a:lvl1pPr>
            <a:lvl2pPr marL="401147" algn="l" defTabSz="802295" rtl="0" eaLnBrk="1" latinLnBrk="0" hangingPunct="1">
              <a:defRPr sz="1600" kern="1200">
                <a:solidFill>
                  <a:schemeClr val="lt1"/>
                </a:solidFill>
                <a:latin typeface="+mn-lt"/>
                <a:ea typeface="+mn-ea"/>
                <a:cs typeface="+mn-cs"/>
              </a:defRPr>
            </a:lvl2pPr>
            <a:lvl3pPr marL="802295" algn="l" defTabSz="802295" rtl="0" eaLnBrk="1" latinLnBrk="0" hangingPunct="1">
              <a:defRPr sz="1600" kern="1200">
                <a:solidFill>
                  <a:schemeClr val="lt1"/>
                </a:solidFill>
                <a:latin typeface="+mn-lt"/>
                <a:ea typeface="+mn-ea"/>
                <a:cs typeface="+mn-cs"/>
              </a:defRPr>
            </a:lvl3pPr>
            <a:lvl4pPr marL="1203442" algn="l" defTabSz="802295" rtl="0" eaLnBrk="1" latinLnBrk="0" hangingPunct="1">
              <a:defRPr sz="1600" kern="1200">
                <a:solidFill>
                  <a:schemeClr val="lt1"/>
                </a:solidFill>
                <a:latin typeface="+mn-lt"/>
                <a:ea typeface="+mn-ea"/>
                <a:cs typeface="+mn-cs"/>
              </a:defRPr>
            </a:lvl4pPr>
            <a:lvl5pPr marL="1604589" algn="l" defTabSz="802295" rtl="0" eaLnBrk="1" latinLnBrk="0" hangingPunct="1">
              <a:defRPr sz="1600" kern="1200">
                <a:solidFill>
                  <a:schemeClr val="lt1"/>
                </a:solidFill>
                <a:latin typeface="+mn-lt"/>
                <a:ea typeface="+mn-ea"/>
                <a:cs typeface="+mn-cs"/>
              </a:defRPr>
            </a:lvl5pPr>
            <a:lvl6pPr marL="2005736" algn="l" defTabSz="802295" rtl="0" eaLnBrk="1" latinLnBrk="0" hangingPunct="1">
              <a:defRPr sz="1600" kern="1200">
                <a:solidFill>
                  <a:schemeClr val="lt1"/>
                </a:solidFill>
                <a:latin typeface="+mn-lt"/>
                <a:ea typeface="+mn-ea"/>
                <a:cs typeface="+mn-cs"/>
              </a:defRPr>
            </a:lvl6pPr>
            <a:lvl7pPr marL="2406884" algn="l" defTabSz="802295" rtl="0" eaLnBrk="1" latinLnBrk="0" hangingPunct="1">
              <a:defRPr sz="1600" kern="1200">
                <a:solidFill>
                  <a:schemeClr val="lt1"/>
                </a:solidFill>
                <a:latin typeface="+mn-lt"/>
                <a:ea typeface="+mn-ea"/>
                <a:cs typeface="+mn-cs"/>
              </a:defRPr>
            </a:lvl7pPr>
            <a:lvl8pPr marL="2808031" algn="l" defTabSz="802295" rtl="0" eaLnBrk="1" latinLnBrk="0" hangingPunct="1">
              <a:defRPr sz="1600" kern="1200">
                <a:solidFill>
                  <a:schemeClr val="lt1"/>
                </a:solidFill>
                <a:latin typeface="+mn-lt"/>
                <a:ea typeface="+mn-ea"/>
                <a:cs typeface="+mn-cs"/>
              </a:defRPr>
            </a:lvl8pPr>
            <a:lvl9pPr marL="3209178" algn="l" defTabSz="802295" rtl="0" eaLnBrk="1" latinLnBrk="0" hangingPunct="1">
              <a:defRPr sz="1600" kern="1200">
                <a:solidFill>
                  <a:schemeClr val="lt1"/>
                </a:solidFill>
                <a:latin typeface="+mn-lt"/>
                <a:ea typeface="+mn-ea"/>
                <a:cs typeface="+mn-cs"/>
              </a:defRPr>
            </a:lvl9pPr>
          </a:lstStyle>
          <a:p>
            <a:pPr algn="ctr"/>
            <a:endParaRPr lang="zh-CN" altLang="en-US"/>
          </a:p>
        </p:txBody>
      </p:sp>
      <p:sp>
        <p:nvSpPr>
          <p:cNvPr id="8" name="矩形: 剪去单角 7">
            <a:extLst>
              <a:ext uri="{FF2B5EF4-FFF2-40B4-BE49-F238E27FC236}">
                <a16:creationId xmlns:a16="http://schemas.microsoft.com/office/drawing/2014/main" id="{7C49A1BE-A0E7-7AF3-F4A0-69B94FF892C6}"/>
              </a:ext>
            </a:extLst>
          </p:cNvPr>
          <p:cNvSpPr/>
          <p:nvPr/>
        </p:nvSpPr>
        <p:spPr>
          <a:xfrm>
            <a:off x="384502" y="435284"/>
            <a:ext cx="453697" cy="434666"/>
          </a:xfrm>
          <a:prstGeom prst="snip1Rect">
            <a:avLst/>
          </a:prstGeom>
          <a:solidFill>
            <a:srgbClr val="005EA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802295" rtl="0" eaLnBrk="1" latinLnBrk="0" hangingPunct="1">
              <a:defRPr sz="1600" kern="1200">
                <a:solidFill>
                  <a:schemeClr val="lt1"/>
                </a:solidFill>
                <a:latin typeface="+mn-lt"/>
                <a:ea typeface="+mn-ea"/>
                <a:cs typeface="+mn-cs"/>
              </a:defRPr>
            </a:lvl1pPr>
            <a:lvl2pPr marL="401147" algn="l" defTabSz="802295" rtl="0" eaLnBrk="1" latinLnBrk="0" hangingPunct="1">
              <a:defRPr sz="1600" kern="1200">
                <a:solidFill>
                  <a:schemeClr val="lt1"/>
                </a:solidFill>
                <a:latin typeface="+mn-lt"/>
                <a:ea typeface="+mn-ea"/>
                <a:cs typeface="+mn-cs"/>
              </a:defRPr>
            </a:lvl2pPr>
            <a:lvl3pPr marL="802295" algn="l" defTabSz="802295" rtl="0" eaLnBrk="1" latinLnBrk="0" hangingPunct="1">
              <a:defRPr sz="1600" kern="1200">
                <a:solidFill>
                  <a:schemeClr val="lt1"/>
                </a:solidFill>
                <a:latin typeface="+mn-lt"/>
                <a:ea typeface="+mn-ea"/>
                <a:cs typeface="+mn-cs"/>
              </a:defRPr>
            </a:lvl3pPr>
            <a:lvl4pPr marL="1203442" algn="l" defTabSz="802295" rtl="0" eaLnBrk="1" latinLnBrk="0" hangingPunct="1">
              <a:defRPr sz="1600" kern="1200">
                <a:solidFill>
                  <a:schemeClr val="lt1"/>
                </a:solidFill>
                <a:latin typeface="+mn-lt"/>
                <a:ea typeface="+mn-ea"/>
                <a:cs typeface="+mn-cs"/>
              </a:defRPr>
            </a:lvl4pPr>
            <a:lvl5pPr marL="1604589" algn="l" defTabSz="802295" rtl="0" eaLnBrk="1" latinLnBrk="0" hangingPunct="1">
              <a:defRPr sz="1600" kern="1200">
                <a:solidFill>
                  <a:schemeClr val="lt1"/>
                </a:solidFill>
                <a:latin typeface="+mn-lt"/>
                <a:ea typeface="+mn-ea"/>
                <a:cs typeface="+mn-cs"/>
              </a:defRPr>
            </a:lvl5pPr>
            <a:lvl6pPr marL="2005736" algn="l" defTabSz="802295" rtl="0" eaLnBrk="1" latinLnBrk="0" hangingPunct="1">
              <a:defRPr sz="1600" kern="1200">
                <a:solidFill>
                  <a:schemeClr val="lt1"/>
                </a:solidFill>
                <a:latin typeface="+mn-lt"/>
                <a:ea typeface="+mn-ea"/>
                <a:cs typeface="+mn-cs"/>
              </a:defRPr>
            </a:lvl6pPr>
            <a:lvl7pPr marL="2406884" algn="l" defTabSz="802295" rtl="0" eaLnBrk="1" latinLnBrk="0" hangingPunct="1">
              <a:defRPr sz="1600" kern="1200">
                <a:solidFill>
                  <a:schemeClr val="lt1"/>
                </a:solidFill>
                <a:latin typeface="+mn-lt"/>
                <a:ea typeface="+mn-ea"/>
                <a:cs typeface="+mn-cs"/>
              </a:defRPr>
            </a:lvl7pPr>
            <a:lvl8pPr marL="2808031" algn="l" defTabSz="802295" rtl="0" eaLnBrk="1" latinLnBrk="0" hangingPunct="1">
              <a:defRPr sz="1600" kern="1200">
                <a:solidFill>
                  <a:schemeClr val="lt1"/>
                </a:solidFill>
                <a:latin typeface="+mn-lt"/>
                <a:ea typeface="+mn-ea"/>
                <a:cs typeface="+mn-cs"/>
              </a:defRPr>
            </a:lvl8pPr>
            <a:lvl9pPr marL="3209178" algn="l" defTabSz="802295" rtl="0" eaLnBrk="1" latinLnBrk="0" hangingPunct="1">
              <a:defRPr sz="1600" kern="1200">
                <a:solidFill>
                  <a:schemeClr val="lt1"/>
                </a:solidFill>
                <a:latin typeface="+mn-lt"/>
                <a:ea typeface="+mn-ea"/>
                <a:cs typeface="+mn-cs"/>
              </a:defRPr>
            </a:lvl9pPr>
          </a:lstStyle>
          <a:p>
            <a:pPr algn="ctr"/>
            <a:endParaRPr lang="en-US" altLang="zh-CN" sz="4000" dirty="0">
              <a:latin typeface="方正兰亭准黑_GBK" panose="02000000000000000000" pitchFamily="2" charset="-122"/>
              <a:ea typeface="方正兰亭准黑_GBK" panose="02000000000000000000" pitchFamily="2" charset="-122"/>
            </a:endParaRPr>
          </a:p>
        </p:txBody>
      </p:sp>
      <p:sp>
        <p:nvSpPr>
          <p:cNvPr id="9" name="文本框 8">
            <a:extLst>
              <a:ext uri="{FF2B5EF4-FFF2-40B4-BE49-F238E27FC236}">
                <a16:creationId xmlns:a16="http://schemas.microsoft.com/office/drawing/2014/main" id="{B1AF1609-1A2E-42F7-1CDB-A412B6C665CA}"/>
              </a:ext>
            </a:extLst>
          </p:cNvPr>
          <p:cNvSpPr txBox="1"/>
          <p:nvPr/>
        </p:nvSpPr>
        <p:spPr>
          <a:xfrm>
            <a:off x="982215" y="422115"/>
            <a:ext cx="2809298" cy="375827"/>
          </a:xfrm>
          <a:prstGeom prst="rect">
            <a:avLst/>
          </a:prstGeom>
          <a:noFill/>
        </p:spPr>
        <p:txBody>
          <a:bodyPr wrap="square" lIns="67391" tIns="33696" rIns="67391" bIns="33696" rtlCol="0">
            <a:spAutoFit/>
          </a:bodyPr>
          <a:lstStyle>
            <a:defPPr>
              <a:defRPr lang="zh-CN"/>
            </a:defPPr>
            <a:lvl1pPr marL="0" algn="l" defTabSz="802295" rtl="0" eaLnBrk="1" latinLnBrk="0" hangingPunct="1">
              <a:defRPr sz="1600" kern="1200">
                <a:solidFill>
                  <a:schemeClr val="tx1"/>
                </a:solidFill>
                <a:latin typeface="+mn-lt"/>
                <a:ea typeface="+mn-ea"/>
                <a:cs typeface="+mn-cs"/>
              </a:defRPr>
            </a:lvl1pPr>
            <a:lvl2pPr marL="401147" algn="l" defTabSz="802295" rtl="0" eaLnBrk="1" latinLnBrk="0" hangingPunct="1">
              <a:defRPr sz="1600" kern="1200">
                <a:solidFill>
                  <a:schemeClr val="tx1"/>
                </a:solidFill>
                <a:latin typeface="+mn-lt"/>
                <a:ea typeface="+mn-ea"/>
                <a:cs typeface="+mn-cs"/>
              </a:defRPr>
            </a:lvl2pPr>
            <a:lvl3pPr marL="802295" algn="l" defTabSz="802295" rtl="0" eaLnBrk="1" latinLnBrk="0" hangingPunct="1">
              <a:defRPr sz="1600" kern="1200">
                <a:solidFill>
                  <a:schemeClr val="tx1"/>
                </a:solidFill>
                <a:latin typeface="+mn-lt"/>
                <a:ea typeface="+mn-ea"/>
                <a:cs typeface="+mn-cs"/>
              </a:defRPr>
            </a:lvl3pPr>
            <a:lvl4pPr marL="1203442" algn="l" defTabSz="802295" rtl="0" eaLnBrk="1" latinLnBrk="0" hangingPunct="1">
              <a:defRPr sz="1600" kern="1200">
                <a:solidFill>
                  <a:schemeClr val="tx1"/>
                </a:solidFill>
                <a:latin typeface="+mn-lt"/>
                <a:ea typeface="+mn-ea"/>
                <a:cs typeface="+mn-cs"/>
              </a:defRPr>
            </a:lvl4pPr>
            <a:lvl5pPr marL="1604589" algn="l" defTabSz="802295" rtl="0" eaLnBrk="1" latinLnBrk="0" hangingPunct="1">
              <a:defRPr sz="1600" kern="1200">
                <a:solidFill>
                  <a:schemeClr val="tx1"/>
                </a:solidFill>
                <a:latin typeface="+mn-lt"/>
                <a:ea typeface="+mn-ea"/>
                <a:cs typeface="+mn-cs"/>
              </a:defRPr>
            </a:lvl5pPr>
            <a:lvl6pPr marL="2005736" algn="l" defTabSz="802295" rtl="0" eaLnBrk="1" latinLnBrk="0" hangingPunct="1">
              <a:defRPr sz="1600" kern="1200">
                <a:solidFill>
                  <a:schemeClr val="tx1"/>
                </a:solidFill>
                <a:latin typeface="+mn-lt"/>
                <a:ea typeface="+mn-ea"/>
                <a:cs typeface="+mn-cs"/>
              </a:defRPr>
            </a:lvl6pPr>
            <a:lvl7pPr marL="2406884" algn="l" defTabSz="802295" rtl="0" eaLnBrk="1" latinLnBrk="0" hangingPunct="1">
              <a:defRPr sz="1600" kern="1200">
                <a:solidFill>
                  <a:schemeClr val="tx1"/>
                </a:solidFill>
                <a:latin typeface="+mn-lt"/>
                <a:ea typeface="+mn-ea"/>
                <a:cs typeface="+mn-cs"/>
              </a:defRPr>
            </a:lvl7pPr>
            <a:lvl8pPr marL="2808031" algn="l" defTabSz="802295" rtl="0" eaLnBrk="1" latinLnBrk="0" hangingPunct="1">
              <a:defRPr sz="1600" kern="1200">
                <a:solidFill>
                  <a:schemeClr val="tx1"/>
                </a:solidFill>
                <a:latin typeface="+mn-lt"/>
                <a:ea typeface="+mn-ea"/>
                <a:cs typeface="+mn-cs"/>
              </a:defRPr>
            </a:lvl8pPr>
            <a:lvl9pPr marL="3209178" algn="l" defTabSz="802295" rtl="0" eaLnBrk="1" latinLnBrk="0" hangingPunct="1">
              <a:defRPr sz="1600" kern="1200">
                <a:solidFill>
                  <a:schemeClr val="tx1"/>
                </a:solidFill>
                <a:latin typeface="+mn-lt"/>
                <a:ea typeface="+mn-ea"/>
                <a:cs typeface="+mn-cs"/>
              </a:defRPr>
            </a:lvl9pPr>
          </a:lstStyle>
          <a:p>
            <a:r>
              <a:rPr lang="en-US" altLang="zh-CN" sz="2000" dirty="0">
                <a:solidFill>
                  <a:srgbClr val="2D5593"/>
                </a:solidFill>
                <a:latin typeface="微软雅黑" panose="020B0503020204020204" pitchFamily="34" charset="-122"/>
                <a:ea typeface="微软雅黑" panose="020B0503020204020204" pitchFamily="34" charset="-122"/>
              </a:rPr>
              <a:t>1.2</a:t>
            </a:r>
            <a:r>
              <a:rPr lang="zh-CN" altLang="en-US" sz="2000" dirty="0">
                <a:solidFill>
                  <a:srgbClr val="2D5593"/>
                </a:solidFill>
                <a:latin typeface="微软雅黑" panose="020B0503020204020204" pitchFamily="34" charset="-122"/>
                <a:ea typeface="微软雅黑" panose="020B0503020204020204" pitchFamily="34" charset="-122"/>
              </a:rPr>
              <a:t> 研究现状</a:t>
            </a:r>
            <a:endParaRPr lang="en-US" altLang="zh-CN" sz="2000" dirty="0">
              <a:solidFill>
                <a:srgbClr val="2D5593"/>
              </a:solidFill>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C655A3E3-E8BB-8144-FD2E-FED74870E4EF}"/>
                  </a:ext>
                </a:extLst>
              </p:cNvPr>
              <p:cNvSpPr txBox="1"/>
              <p:nvPr/>
            </p:nvSpPr>
            <p:spPr>
              <a:xfrm>
                <a:off x="1609725" y="1262596"/>
                <a:ext cx="8972550" cy="4570803"/>
              </a:xfrm>
              <a:prstGeom prst="rect">
                <a:avLst/>
              </a:prstGeom>
              <a:noFill/>
            </p:spPr>
            <p:txBody>
              <a:bodyPr wrap="square" rtlCol="0">
                <a:spAutoFit/>
              </a:bodyPr>
              <a:lstStyle/>
              <a:p>
                <a:pPr indent="279400">
                  <a:lnSpc>
                    <a:spcPct val="130000"/>
                  </a:lnSpc>
                </a:pPr>
                <a:r>
                  <a:rPr lang="zh-CN" altLang="en-US"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理论方面，</a:t>
                </a:r>
                <a:r>
                  <a:rPr lang="en-US" altLang="zh-CN"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FPGA</a:t>
                </a:r>
                <a:r>
                  <a:rPr lang="zh-CN" altLang="en-US" kern="1400" spc="-5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电路的划分问题的核心技术是超图划分。</a:t>
                </a:r>
                <a:endParaRPr lang="en-US" altLang="zh-CN" kern="1400" spc="-5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indent="279400">
                  <a:lnSpc>
                    <a:spcPct val="130000"/>
                  </a:lnSpc>
                </a:pPr>
                <a:r>
                  <a:rPr lang="zh-CN" altLang="en-US" kern="1400" spc="-5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我们假设一个超图</a:t>
                </a:r>
                <a:r>
                  <a:rPr lang="en-US" altLang="zh-CN" kern="1400" spc="-5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H = ( V , N )</a:t>
                </a:r>
                <a:r>
                  <a:rPr lang="zh-CN" altLang="en-US" kern="1400" spc="-5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，那么我们可以把</a:t>
                </a:r>
                <a:r>
                  <a:rPr lang="en-US" altLang="zh-CN" kern="1400" spc="-5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n</a:t>
                </a:r>
                <a:r>
                  <a:rPr lang="zh-CN" altLang="en-US" kern="1400" spc="-5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个节点看作超图中的</a:t>
                </a:r>
                <a:r>
                  <a:rPr lang="en-US" altLang="zh-CN" kern="1400" spc="-5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V</a:t>
                </a:r>
                <a:r>
                  <a:rPr lang="zh-CN" altLang="en-US" kern="1400" spc="-5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kern="1400" spc="-5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n</a:t>
                </a:r>
                <a:r>
                  <a:rPr lang="zh-CN" altLang="en-US" kern="1400" spc="-5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个节点的相互关系所构成的超边看作超图中的</a:t>
                </a:r>
                <a:r>
                  <a:rPr lang="en-US" altLang="zh-CN" kern="1400" spc="-5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N</a:t>
                </a:r>
                <a:r>
                  <a:rPr lang="zh-CN" altLang="en-US" kern="1400" spc="-5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，芯片数</a:t>
                </a:r>
                <a:r>
                  <a:rPr lang="en-US" altLang="zh-CN" kern="1400" spc="-5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k</a:t>
                </a:r>
                <a:r>
                  <a:rPr lang="zh-CN" altLang="en-US" kern="1400" spc="-5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看作我们的划分目标路数</a:t>
                </a:r>
                <a:r>
                  <a:rPr lang="en-US" altLang="zh-CN" kern="1400" spc="-5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K</a:t>
                </a:r>
                <a:r>
                  <a:rPr lang="zh-CN" altLang="en-US" kern="1400" spc="-5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，则该算法所实现的功能便是对上述超图</a:t>
                </a:r>
                <a:r>
                  <a:rPr lang="en-US" altLang="zh-CN" kern="1400" spc="-5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H</a:t>
                </a:r>
                <a:r>
                  <a:rPr lang="zh-CN" altLang="en-US" kern="1400" spc="-5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进行</a:t>
                </a:r>
                <a:r>
                  <a:rPr lang="en-US" altLang="zh-CN" kern="1400" spc="-5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K</a:t>
                </a:r>
                <a:r>
                  <a:rPr lang="zh-CN" altLang="en-US" kern="1400" spc="-5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路划分。</a:t>
                </a:r>
                <a:endParaRPr lang="en-US" altLang="zh-CN" kern="1400" spc="-5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indent="279400">
                  <a:lnSpc>
                    <a:spcPct val="130000"/>
                  </a:lnSpc>
                </a:pPr>
                <a:r>
                  <a:rPr lang="zh-CN" altLang="en-US"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根据 </a:t>
                </a:r>
                <a:r>
                  <a:rPr lang="en-US" altLang="zh-CN"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ÇATALYÜREK Ü </a:t>
                </a:r>
                <a:r>
                  <a:rPr lang="zh-CN" altLang="en-US"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等人的综述*表明，超图划分的具体过程分为三步：</a:t>
                </a:r>
                <a:endParaRPr lang="en-US" altLang="zh-CN"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endParaRPr>
              </a:p>
              <a:p>
                <a:pPr indent="279400">
                  <a:lnSpc>
                    <a:spcPct val="130000"/>
                  </a:lnSpc>
                </a:pPr>
                <a:r>
                  <a:rPr lang="en-US" altLang="zh-CN" kern="1400" spc="-5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1</a:t>
                </a:r>
                <a:r>
                  <a:rPr lang="zh-CN" altLang="en-US" kern="1400" spc="-5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）粗化。使用聚类算法将超图“缩小”；</a:t>
                </a:r>
                <a:endParaRPr lang="en-US" altLang="zh-CN" kern="1400" spc="-5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indent="279400">
                  <a:lnSpc>
                    <a:spcPct val="130000"/>
                  </a:lnSpc>
                </a:pPr>
                <a:r>
                  <a:rPr lang="en-US" altLang="zh-CN"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2</a:t>
                </a:r>
                <a:r>
                  <a:rPr lang="zh-CN" altLang="en-US"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）初始划分。对“缩小”后的粗图进行划分；</a:t>
                </a:r>
                <a:endParaRPr lang="en-US" altLang="zh-CN"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endParaRPr>
              </a:p>
              <a:p>
                <a:pPr indent="279400">
                  <a:lnSpc>
                    <a:spcPct val="130000"/>
                  </a:lnSpc>
                </a:pPr>
                <a:r>
                  <a:rPr lang="en-US" altLang="zh-CN" kern="1400" spc="-5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3</a:t>
                </a:r>
                <a:r>
                  <a:rPr lang="zh-CN" altLang="en-US" kern="1400" spc="-5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）细化。将“缩小”后的粗图重新“放大”，再次划分，直到满足切边度量最小。</a:t>
                </a:r>
                <a:endParaRPr lang="en-US" altLang="zh-CN" kern="1400" spc="-5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indent="279400">
                  <a:lnSpc>
                    <a:spcPct val="130000"/>
                  </a:lnSpc>
                </a:pPr>
                <a:r>
                  <a:rPr lang="zh-CN" altLang="en-US"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其中，切边度量</a:t>
                </a:r>
                <a14:m>
                  <m:oMath xmlns:m="http://schemas.openxmlformats.org/officeDocument/2006/math">
                    <m:r>
                      <a:rPr lang="en-US" altLang="zh-CN" sz="1800" i="1" smtClean="0">
                        <a:effectLst/>
                        <a:latin typeface="Cambria Math" panose="02040503050406030204" pitchFamily="18" charset="0"/>
                        <a:ea typeface="黑体" panose="02010609060101010101" pitchFamily="49" charset="-122"/>
                        <a:cs typeface="Arial" panose="020B0604020202020204" pitchFamily="34" charset="0"/>
                      </a:rPr>
                      <m:t>𝜅</m:t>
                    </m:r>
                    <m:d>
                      <m:dPr>
                        <m:ctrlPr>
                          <a:rPr lang="zh-CN" altLang="zh-CN" i="1">
                            <a:effectLst/>
                            <a:latin typeface="Cambria Math" panose="02040503050406030204" pitchFamily="18" charset="0"/>
                            <a:ea typeface="Cambria Math" panose="02040503050406030204" pitchFamily="18" charset="0"/>
                          </a:rPr>
                        </m:ctrlPr>
                      </m:dPr>
                      <m:e>
                        <m:r>
                          <a:rPr lang="en-US" altLang="zh-CN" sz="1800" i="1">
                            <a:effectLst/>
                            <a:latin typeface="Cambria Math" panose="02040503050406030204" pitchFamily="18" charset="0"/>
                            <a:ea typeface="黑体" panose="02010609060101010101" pitchFamily="49" charset="-122"/>
                            <a:cs typeface="Arial" panose="020B0604020202020204" pitchFamily="34" charset="0"/>
                          </a:rPr>
                          <m:t>𝐻</m:t>
                        </m:r>
                        <m:r>
                          <a:rPr lang="en-US" altLang="zh-CN" sz="1800" i="1">
                            <a:effectLst/>
                            <a:latin typeface="Cambria Math" panose="02040503050406030204" pitchFamily="18" charset="0"/>
                            <a:ea typeface="黑体" panose="02010609060101010101" pitchFamily="49" charset="-122"/>
                            <a:cs typeface="Arial" panose="020B0604020202020204" pitchFamily="34" charset="0"/>
                          </a:rPr>
                          <m:t>,</m:t>
                        </m:r>
                        <m:r>
                          <a:rPr lang="en-US" altLang="zh-CN" sz="1800" i="1">
                            <a:effectLst/>
                            <a:latin typeface="Cambria Math" panose="02040503050406030204" pitchFamily="18" charset="0"/>
                            <a:ea typeface="黑体" panose="02010609060101010101" pitchFamily="49" charset="-122"/>
                            <a:cs typeface="Arial" panose="020B0604020202020204" pitchFamily="34" charset="0"/>
                          </a:rPr>
                          <m:t>𝑃</m:t>
                        </m:r>
                      </m:e>
                    </m:d>
                  </m:oMath>
                </a14:m>
                <a:r>
                  <a:rPr lang="zh-CN" altLang="en-US"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的计算公式为，</a:t>
                </a:r>
                <a:endParaRPr lang="en-US" altLang="zh-CN"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endParaRPr>
              </a:p>
              <a:p>
                <a:pPr indent="279400">
                  <a:lnSpc>
                    <a:spcPct val="130000"/>
                  </a:lnSpc>
                </a:pPr>
                <a14:m>
                  <m:oMathPara xmlns:m="http://schemas.openxmlformats.org/officeDocument/2006/math">
                    <m:oMathParaPr>
                      <m:jc m:val="centerGroup"/>
                    </m:oMathParaPr>
                    <m:oMath xmlns:m="http://schemas.openxmlformats.org/officeDocument/2006/math">
                      <m:r>
                        <a:rPr lang="en-US" altLang="zh-CN" sz="1800" i="1" kern="1400" spc="-50" smtClean="0">
                          <a:solidFill>
                            <a:srgbClr val="000000"/>
                          </a:solidFill>
                          <a:effectLst/>
                          <a:latin typeface="Cambria Math" panose="02040503050406030204" pitchFamily="18" charset="0"/>
                          <a:ea typeface="黑体" panose="02010609060101010101" pitchFamily="49" charset="-122"/>
                          <a:cs typeface="Times New Roman" panose="02020603050405020304" pitchFamily="18" charset="0"/>
                        </a:rPr>
                        <m:t>𝜅</m:t>
                      </m:r>
                      <m:d>
                        <m:dPr>
                          <m:ctrlPr>
                            <a:rPr lang="zh-CN" altLang="zh-CN" sz="1800" i="1" kern="1400" spc="-50">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800" i="1" kern="1400" spc="-50">
                              <a:solidFill>
                                <a:srgbClr val="000000"/>
                              </a:solidFill>
                              <a:effectLst/>
                              <a:latin typeface="Cambria Math" panose="02040503050406030204" pitchFamily="18" charset="0"/>
                              <a:ea typeface="黑体" panose="02010609060101010101" pitchFamily="49" charset="-122"/>
                              <a:cs typeface="Times New Roman" panose="02020603050405020304" pitchFamily="18" charset="0"/>
                            </a:rPr>
                            <m:t>𝐻</m:t>
                          </m:r>
                          <m:r>
                            <a:rPr lang="en-US" altLang="zh-CN" sz="1800" i="1" kern="1400" spc="-50">
                              <a:solidFill>
                                <a:srgbClr val="000000"/>
                              </a:solidFill>
                              <a:effectLst/>
                              <a:latin typeface="Cambria Math" panose="02040503050406030204" pitchFamily="18" charset="0"/>
                              <a:ea typeface="黑体" panose="02010609060101010101" pitchFamily="49" charset="-122"/>
                              <a:cs typeface="Times New Roman" panose="02020603050405020304" pitchFamily="18" charset="0"/>
                            </a:rPr>
                            <m:t>,</m:t>
                          </m:r>
                          <m:r>
                            <a:rPr lang="en-US" altLang="zh-CN" sz="1800" i="1" kern="1400" spc="-50">
                              <a:solidFill>
                                <a:srgbClr val="000000"/>
                              </a:solidFill>
                              <a:effectLst/>
                              <a:latin typeface="Cambria Math" panose="02040503050406030204" pitchFamily="18" charset="0"/>
                              <a:ea typeface="黑体" panose="02010609060101010101" pitchFamily="49" charset="-122"/>
                              <a:cs typeface="Times New Roman" panose="02020603050405020304" pitchFamily="18" charset="0"/>
                            </a:rPr>
                            <m:t>𝑃</m:t>
                          </m:r>
                        </m:e>
                      </m:d>
                      <m:r>
                        <a:rPr lang="en-US" altLang="zh-CN" sz="1800" i="1" kern="1400" spc="-50">
                          <a:solidFill>
                            <a:srgbClr val="000000"/>
                          </a:solidFill>
                          <a:effectLst/>
                          <a:latin typeface="Cambria Math" panose="02040503050406030204" pitchFamily="18" charset="0"/>
                          <a:ea typeface="黑体" panose="02010609060101010101" pitchFamily="49" charset="-122"/>
                          <a:cs typeface="Times New Roman" panose="02020603050405020304" pitchFamily="18" charset="0"/>
                        </a:rPr>
                        <m:t>= </m:t>
                      </m:r>
                      <m:nary>
                        <m:naryPr>
                          <m:chr m:val="∑"/>
                          <m:limLoc m:val="undOvr"/>
                          <m:supHide m:val="on"/>
                          <m:ctrlPr>
                            <a:rPr lang="zh-CN" altLang="zh-CN" sz="1800" i="1" kern="1400" spc="-50">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naryPr>
                        <m:sub>
                          <m:r>
                            <a:rPr lang="en-US" altLang="zh-CN" sz="1800" i="1" kern="1400" spc="-50">
                              <a:solidFill>
                                <a:srgbClr val="000000"/>
                              </a:solidFill>
                              <a:effectLst/>
                              <a:latin typeface="Cambria Math" panose="02040503050406030204" pitchFamily="18" charset="0"/>
                              <a:ea typeface="黑体" panose="02010609060101010101" pitchFamily="49" charset="-122"/>
                              <a:cs typeface="Times New Roman" panose="02020603050405020304" pitchFamily="18" charset="0"/>
                            </a:rPr>
                            <m:t>𝑛</m:t>
                          </m:r>
                          <m:r>
                            <a:rPr lang="en-US" altLang="zh-CN" sz="1800" i="1" kern="1400" spc="-50">
                              <a:solidFill>
                                <a:srgbClr val="000000"/>
                              </a:solidFill>
                              <a:effectLst/>
                              <a:latin typeface="Cambria Math" panose="02040503050406030204" pitchFamily="18" charset="0"/>
                              <a:ea typeface="黑体" panose="02010609060101010101" pitchFamily="49" charset="-122"/>
                              <a:cs typeface="Times New Roman" panose="02020603050405020304" pitchFamily="18" charset="0"/>
                            </a:rPr>
                            <m:t>∈</m:t>
                          </m:r>
                          <m:r>
                            <a:rPr lang="en-US" altLang="zh-CN" sz="1800" i="1" kern="1400" spc="-50">
                              <a:solidFill>
                                <a:srgbClr val="000000"/>
                              </a:solidFill>
                              <a:effectLst/>
                              <a:latin typeface="Cambria Math" panose="02040503050406030204" pitchFamily="18" charset="0"/>
                              <a:ea typeface="黑体" panose="02010609060101010101" pitchFamily="49" charset="-122"/>
                              <a:cs typeface="Times New Roman" panose="02020603050405020304" pitchFamily="18" charset="0"/>
                            </a:rPr>
                            <m:t>𝑁</m:t>
                          </m:r>
                          <m:r>
                            <a:rPr lang="en-US" altLang="zh-CN" sz="1800" i="1" kern="1400" spc="-50">
                              <a:solidFill>
                                <a:srgbClr val="000000"/>
                              </a:solidFill>
                              <a:effectLst/>
                              <a:latin typeface="Cambria Math" panose="02040503050406030204" pitchFamily="18" charset="0"/>
                              <a:ea typeface="黑体" panose="02010609060101010101" pitchFamily="49" charset="-122"/>
                              <a:cs typeface="Times New Roman" panose="02020603050405020304" pitchFamily="18" charset="0"/>
                            </a:rPr>
                            <m:t> ∧ </m:t>
                          </m:r>
                          <m:r>
                            <a:rPr lang="en-US" altLang="zh-CN" sz="1800" i="1" kern="1400" spc="-50">
                              <a:solidFill>
                                <a:srgbClr val="000000"/>
                              </a:solidFill>
                              <a:effectLst/>
                              <a:latin typeface="Cambria Math" panose="02040503050406030204" pitchFamily="18" charset="0"/>
                              <a:ea typeface="黑体" panose="02010609060101010101" pitchFamily="49" charset="-122"/>
                              <a:cs typeface="Times New Roman" panose="02020603050405020304" pitchFamily="18" charset="0"/>
                            </a:rPr>
                            <m:t>𝜆</m:t>
                          </m:r>
                          <m:d>
                            <m:dPr>
                              <m:ctrlPr>
                                <a:rPr lang="zh-CN" altLang="zh-CN" sz="1800" i="1" kern="1400" spc="-50">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800" i="1" kern="1400" spc="-50">
                                  <a:solidFill>
                                    <a:srgbClr val="000000"/>
                                  </a:solidFill>
                                  <a:effectLst/>
                                  <a:latin typeface="Cambria Math" panose="02040503050406030204" pitchFamily="18" charset="0"/>
                                  <a:ea typeface="黑体" panose="02010609060101010101" pitchFamily="49" charset="-122"/>
                                  <a:cs typeface="Times New Roman" panose="02020603050405020304" pitchFamily="18" charset="0"/>
                                </a:rPr>
                                <m:t>𝑛</m:t>
                              </m:r>
                            </m:e>
                          </m:d>
                          <m:r>
                            <a:rPr lang="en-US" altLang="zh-CN" sz="1800" i="1" kern="1400" spc="-50">
                              <a:solidFill>
                                <a:srgbClr val="000000"/>
                              </a:solidFill>
                              <a:effectLst/>
                              <a:latin typeface="Cambria Math" panose="02040503050406030204" pitchFamily="18" charset="0"/>
                              <a:ea typeface="黑体" panose="02010609060101010101" pitchFamily="49" charset="-122"/>
                              <a:cs typeface="Times New Roman" panose="02020603050405020304" pitchFamily="18" charset="0"/>
                            </a:rPr>
                            <m:t>&gt;1</m:t>
                          </m:r>
                        </m:sub>
                        <m:sup/>
                        <m:e>
                          <m:r>
                            <a:rPr lang="en-US" altLang="zh-CN" sz="1800" i="1" kern="1400" spc="-50">
                              <a:solidFill>
                                <a:srgbClr val="000000"/>
                              </a:solidFill>
                              <a:effectLst/>
                              <a:latin typeface="Cambria Math" panose="02040503050406030204" pitchFamily="18" charset="0"/>
                              <a:ea typeface="黑体" panose="02010609060101010101" pitchFamily="49" charset="-122"/>
                              <a:cs typeface="Times New Roman" panose="02020603050405020304" pitchFamily="18" charset="0"/>
                            </a:rPr>
                            <m:t>𝜔</m:t>
                          </m:r>
                          <m:r>
                            <a:rPr lang="en-US" altLang="zh-CN" sz="1800" i="1" kern="1400" spc="-50">
                              <a:solidFill>
                                <a:srgbClr val="000000"/>
                              </a:solidFill>
                              <a:effectLst/>
                              <a:latin typeface="Cambria Math" panose="02040503050406030204" pitchFamily="18" charset="0"/>
                              <a:ea typeface="黑体" panose="02010609060101010101" pitchFamily="49" charset="-122"/>
                              <a:cs typeface="Times New Roman" panose="02020603050405020304" pitchFamily="18" charset="0"/>
                            </a:rPr>
                            <m:t>(</m:t>
                          </m:r>
                          <m:r>
                            <a:rPr lang="en-US" altLang="zh-CN" sz="1800" i="1" kern="1400" spc="-50">
                              <a:solidFill>
                                <a:srgbClr val="000000"/>
                              </a:solidFill>
                              <a:effectLst/>
                              <a:latin typeface="Cambria Math" panose="02040503050406030204" pitchFamily="18" charset="0"/>
                              <a:ea typeface="黑体" panose="02010609060101010101" pitchFamily="49" charset="-122"/>
                              <a:cs typeface="Times New Roman" panose="02020603050405020304" pitchFamily="18" charset="0"/>
                            </a:rPr>
                            <m:t>𝑛</m:t>
                          </m:r>
                          <m:r>
                            <a:rPr lang="en-US" altLang="zh-CN" sz="1800" i="1" kern="1400" spc="-50">
                              <a:solidFill>
                                <a:srgbClr val="000000"/>
                              </a:solidFill>
                              <a:effectLst/>
                              <a:latin typeface="Cambria Math" panose="02040503050406030204" pitchFamily="18" charset="0"/>
                              <a:ea typeface="黑体" panose="02010609060101010101" pitchFamily="49" charset="-122"/>
                              <a:cs typeface="Times New Roman" panose="02020603050405020304" pitchFamily="18" charset="0"/>
                            </a:rPr>
                            <m:t>)</m:t>
                          </m:r>
                        </m:e>
                      </m:nary>
                    </m:oMath>
                  </m:oMathPara>
                </a14:m>
                <a:endParaRPr lang="zh-CN" altLang="zh-CN" sz="1800" kern="1400" spc="-50" dirty="0">
                  <a:solidFill>
                    <a:srgbClr val="000000"/>
                  </a:solidFill>
                  <a:effectLst/>
                  <a:latin typeface="黑体" panose="02010609060101010101" pitchFamily="49" charset="-122"/>
                  <a:ea typeface="黑体" panose="02010609060101010101" pitchFamily="49" charset="-122"/>
                  <a:cs typeface="Times New Roman" panose="02020603050405020304" pitchFamily="18" charset="0"/>
                </a:endParaRPr>
              </a:p>
              <a:p>
                <a:pPr indent="279400">
                  <a:lnSpc>
                    <a:spcPct val="130000"/>
                  </a:lnSpc>
                </a:pPr>
                <a:r>
                  <a:rPr lang="zh-CN" altLang="en-US"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其中，</a:t>
                </a:r>
                <a:r>
                  <a:rPr lang="en-US" altLang="zh-CN" sz="1800" kern="1400" spc="-50" dirty="0">
                    <a:solidFill>
                      <a:srgbClr val="000000"/>
                    </a:solidFill>
                    <a:effectLst/>
                    <a:ea typeface="黑体" panose="02010609060101010101" pitchFamily="49" charset="-122"/>
                    <a:cs typeface="Times New Roman" panose="02020603050405020304" pitchFamily="18" charset="0"/>
                  </a:rPr>
                  <a:t> </a:t>
                </a:r>
                <a14:m>
                  <m:oMath xmlns:m="http://schemas.openxmlformats.org/officeDocument/2006/math">
                    <m:r>
                      <a:rPr lang="en-US" altLang="zh-CN" sz="1800" i="1" kern="1400" spc="-50">
                        <a:solidFill>
                          <a:srgbClr val="000000"/>
                        </a:solidFill>
                        <a:effectLst/>
                        <a:latin typeface="Cambria Math" panose="02040503050406030204" pitchFamily="18" charset="0"/>
                        <a:ea typeface="黑体" panose="02010609060101010101" pitchFamily="49" charset="-122"/>
                        <a:cs typeface="Times New Roman" panose="02020603050405020304" pitchFamily="18" charset="0"/>
                      </a:rPr>
                      <m:t>𝐻</m:t>
                    </m:r>
                  </m:oMath>
                </a14:m>
                <a:r>
                  <a:rPr lang="zh-CN" altLang="en-US"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为超图、</a:t>
                </a:r>
                <a:r>
                  <a:rPr lang="en-US" altLang="zh-CN" kern="1400" spc="-50" dirty="0">
                    <a:solidFill>
                      <a:srgbClr val="000000"/>
                    </a:solidFill>
                    <a:ea typeface="黑体" panose="02010609060101010101" pitchFamily="49" charset="-122"/>
                    <a:cs typeface="Times New Roman" panose="02020603050405020304" pitchFamily="18" charset="0"/>
                  </a:rPr>
                  <a:t> </a:t>
                </a:r>
                <a14:m>
                  <m:oMath xmlns:m="http://schemas.openxmlformats.org/officeDocument/2006/math">
                    <m:r>
                      <a:rPr lang="en-US" altLang="zh-CN" i="1" kern="1400" spc="-50">
                        <a:solidFill>
                          <a:srgbClr val="000000"/>
                        </a:solidFill>
                        <a:latin typeface="Cambria Math" panose="02040503050406030204" pitchFamily="18" charset="0"/>
                        <a:ea typeface="黑体" panose="02010609060101010101" pitchFamily="49" charset="-122"/>
                        <a:cs typeface="Times New Roman" panose="02020603050405020304" pitchFamily="18" charset="0"/>
                      </a:rPr>
                      <m:t>𝑃</m:t>
                    </m:r>
                  </m:oMath>
                </a14:m>
                <a:r>
                  <a:rPr lang="zh-CN" altLang="en-US"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为划分方案</a:t>
                </a:r>
                <a:r>
                  <a:rPr lang="zh-CN" altLang="en-US" kern="1400" spc="-5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a:t>
                </a:r>
                <a14:m>
                  <m:oMath xmlns:m="http://schemas.openxmlformats.org/officeDocument/2006/math">
                    <m:r>
                      <a:rPr lang="en-US" altLang="zh-CN" i="1" kern="1400" spc="-50">
                        <a:solidFill>
                          <a:srgbClr val="000000"/>
                        </a:solidFill>
                        <a:latin typeface="Cambria Math" panose="02040503050406030204" pitchFamily="18" charset="0"/>
                        <a:ea typeface="黑体" panose="02010609060101010101" pitchFamily="49" charset="-122"/>
                        <a:cs typeface="Times New Roman" panose="02020603050405020304" pitchFamily="18" charset="0"/>
                      </a:rPr>
                      <m:t>𝜆</m:t>
                    </m:r>
                    <m:d>
                      <m:dPr>
                        <m:ctrlPr>
                          <a:rPr lang="zh-CN" altLang="zh-CN" i="1" kern="1400" spc="-5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i="1" kern="1400" spc="-50">
                            <a:solidFill>
                              <a:srgbClr val="000000"/>
                            </a:solidFill>
                            <a:latin typeface="Cambria Math" panose="02040503050406030204" pitchFamily="18" charset="0"/>
                            <a:ea typeface="黑体" panose="02010609060101010101" pitchFamily="49" charset="-122"/>
                            <a:cs typeface="Times New Roman" panose="02020603050405020304" pitchFamily="18" charset="0"/>
                          </a:rPr>
                          <m:t>𝑛</m:t>
                        </m:r>
                      </m:e>
                    </m:d>
                    <m:r>
                      <a:rPr lang="en-US" altLang="zh-CN" i="1" kern="1400" spc="-50">
                        <a:solidFill>
                          <a:srgbClr val="000000"/>
                        </a:solidFill>
                        <a:latin typeface="Cambria Math" panose="02040503050406030204" pitchFamily="18" charset="0"/>
                        <a:ea typeface="黑体" panose="02010609060101010101" pitchFamily="49" charset="-122"/>
                        <a:cs typeface="Times New Roman" panose="02020603050405020304" pitchFamily="18" charset="0"/>
                      </a:rPr>
                      <m:t> </m:t>
                    </m:r>
                  </m:oMath>
                </a14:m>
                <a:r>
                  <a:rPr lang="zh-CN" altLang="en-US"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为超边的连通集的大小、</a:t>
                </a:r>
                <a:r>
                  <a:rPr lang="en-US" altLang="zh-CN" kern="1400" spc="-50" dirty="0">
                    <a:solidFill>
                      <a:srgbClr val="000000"/>
                    </a:solidFill>
                    <a:ea typeface="黑体" panose="02010609060101010101" pitchFamily="49" charset="-122"/>
                    <a:cs typeface="Times New Roman" panose="02020603050405020304" pitchFamily="18" charset="0"/>
                  </a:rPr>
                  <a:t> </a:t>
                </a:r>
                <a14:m>
                  <m:oMath xmlns:m="http://schemas.openxmlformats.org/officeDocument/2006/math">
                    <m:r>
                      <a:rPr lang="en-US" altLang="zh-CN" i="1" kern="1400" spc="-50">
                        <a:solidFill>
                          <a:srgbClr val="000000"/>
                        </a:solidFill>
                        <a:latin typeface="Cambria Math" panose="02040503050406030204" pitchFamily="18" charset="0"/>
                        <a:ea typeface="黑体" panose="02010609060101010101" pitchFamily="49" charset="-122"/>
                        <a:cs typeface="Times New Roman" panose="02020603050405020304" pitchFamily="18" charset="0"/>
                      </a:rPr>
                      <m:t>𝜔</m:t>
                    </m:r>
                    <m:r>
                      <a:rPr lang="en-US" altLang="zh-CN" i="1" kern="1400" spc="-50">
                        <a:solidFill>
                          <a:srgbClr val="000000"/>
                        </a:solidFill>
                        <a:latin typeface="Cambria Math" panose="02040503050406030204" pitchFamily="18" charset="0"/>
                        <a:ea typeface="黑体" panose="02010609060101010101" pitchFamily="49" charset="-122"/>
                        <a:cs typeface="Times New Roman" panose="02020603050405020304" pitchFamily="18" charset="0"/>
                      </a:rPr>
                      <m:t>(</m:t>
                    </m:r>
                    <m:r>
                      <a:rPr lang="en-US" altLang="zh-CN" i="1" kern="1400" spc="-50">
                        <a:solidFill>
                          <a:srgbClr val="000000"/>
                        </a:solidFill>
                        <a:latin typeface="Cambria Math" panose="02040503050406030204" pitchFamily="18" charset="0"/>
                        <a:ea typeface="黑体" panose="02010609060101010101" pitchFamily="49" charset="-122"/>
                        <a:cs typeface="Times New Roman" panose="02020603050405020304" pitchFamily="18" charset="0"/>
                      </a:rPr>
                      <m:t>𝑛</m:t>
                    </m:r>
                    <m:r>
                      <a:rPr lang="en-US" altLang="zh-CN" i="1" kern="1400" spc="-50">
                        <a:solidFill>
                          <a:srgbClr val="000000"/>
                        </a:solidFill>
                        <a:latin typeface="Cambria Math" panose="02040503050406030204" pitchFamily="18" charset="0"/>
                        <a:ea typeface="黑体" panose="02010609060101010101" pitchFamily="49" charset="-122"/>
                        <a:cs typeface="Times New Roman" panose="02020603050405020304" pitchFamily="18" charset="0"/>
                      </a:rPr>
                      <m:t>)</m:t>
                    </m:r>
                  </m:oMath>
                </a14:m>
                <a:r>
                  <a:rPr lang="zh-CN" altLang="en-US"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为超边的权重。</a:t>
                </a:r>
                <a:endParaRPr lang="zh-CN" altLang="zh-CN"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endParaRPr>
              </a:p>
            </p:txBody>
          </p:sp>
        </mc:Choice>
        <mc:Fallback xmlns="">
          <p:sp>
            <p:nvSpPr>
              <p:cNvPr id="12" name="文本框 11">
                <a:extLst>
                  <a:ext uri="{FF2B5EF4-FFF2-40B4-BE49-F238E27FC236}">
                    <a16:creationId xmlns:a16="http://schemas.microsoft.com/office/drawing/2014/main" id="{C655A3E3-E8BB-8144-FD2E-FED74870E4EF}"/>
                  </a:ext>
                </a:extLst>
              </p:cNvPr>
              <p:cNvSpPr txBox="1">
                <a:spLocks noRot="1" noChangeAspect="1" noMove="1" noResize="1" noEditPoints="1" noAdjustHandles="1" noChangeArrowheads="1" noChangeShapeType="1" noTextEdit="1"/>
              </p:cNvSpPr>
              <p:nvPr/>
            </p:nvSpPr>
            <p:spPr>
              <a:xfrm>
                <a:off x="1609725" y="1262596"/>
                <a:ext cx="8972550" cy="4570803"/>
              </a:xfrm>
              <a:prstGeom prst="rect">
                <a:avLst/>
              </a:prstGeom>
              <a:blipFill>
                <a:blip r:embed="rId2"/>
                <a:stretch>
                  <a:fillRect l="-543" b="-1200"/>
                </a:stretch>
              </a:blipFill>
            </p:spPr>
            <p:txBody>
              <a:bodyPr/>
              <a:lstStyle/>
              <a:p>
                <a:r>
                  <a:rPr lang="zh-CN" altLang="en-US">
                    <a:noFill/>
                  </a:rPr>
                  <a:t> </a:t>
                </a:r>
              </a:p>
            </p:txBody>
          </p:sp>
        </mc:Fallback>
      </mc:AlternateContent>
      <p:sp>
        <p:nvSpPr>
          <p:cNvPr id="2" name="文本框 1">
            <a:extLst>
              <a:ext uri="{FF2B5EF4-FFF2-40B4-BE49-F238E27FC236}">
                <a16:creationId xmlns:a16="http://schemas.microsoft.com/office/drawing/2014/main" id="{F41924E1-8A1C-AEE9-79D2-B832FB2BBAC8}"/>
              </a:ext>
            </a:extLst>
          </p:cNvPr>
          <p:cNvSpPr txBox="1"/>
          <p:nvPr/>
        </p:nvSpPr>
        <p:spPr>
          <a:xfrm>
            <a:off x="11542816" y="6270171"/>
            <a:ext cx="302820" cy="369332"/>
          </a:xfrm>
          <a:prstGeom prst="rect">
            <a:avLst/>
          </a:prstGeom>
          <a:noFill/>
        </p:spPr>
        <p:txBody>
          <a:bodyPr wrap="square" rtlCol="0">
            <a:spAutoFit/>
          </a:bodyPr>
          <a:lstStyle/>
          <a:p>
            <a:r>
              <a:rPr lang="en-US" altLang="zh-CN" dirty="0"/>
              <a:t>3</a:t>
            </a:r>
            <a:endParaRPr lang="zh-CN" altLang="en-US" dirty="0"/>
          </a:p>
        </p:txBody>
      </p:sp>
      <p:sp>
        <p:nvSpPr>
          <p:cNvPr id="3" name="文本框 2">
            <a:extLst>
              <a:ext uri="{FF2B5EF4-FFF2-40B4-BE49-F238E27FC236}">
                <a16:creationId xmlns:a16="http://schemas.microsoft.com/office/drawing/2014/main" id="{9C1FB772-72D3-EAD9-BF3A-931BEAA98D7D}"/>
              </a:ext>
            </a:extLst>
          </p:cNvPr>
          <p:cNvSpPr txBox="1"/>
          <p:nvPr/>
        </p:nvSpPr>
        <p:spPr>
          <a:xfrm>
            <a:off x="231571" y="6111509"/>
            <a:ext cx="10652165" cy="622414"/>
          </a:xfrm>
          <a:prstGeom prst="rect">
            <a:avLst/>
          </a:prstGeom>
          <a:noFill/>
        </p:spPr>
        <p:txBody>
          <a:bodyPr wrap="square" rtlCol="0">
            <a:spAutoFit/>
          </a:bodyPr>
          <a:lstStyle/>
          <a:p>
            <a:pPr lvl="0">
              <a:lnSpc>
                <a:spcPct val="130000"/>
              </a:lnSpc>
            </a:pPr>
            <a:r>
              <a:rPr lang="zh-CN" altLang="en-US" sz="1400" u="sng" kern="1400" spc="-5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lang="fr-FR" altLang="zh-CN" sz="1400" kern="1400" spc="-50"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ÇATALYÜREK Ü, DEVINE K, FARAJ M, et al. </a:t>
            </a:r>
            <a:r>
              <a:rPr lang="en-US" altLang="zh-CN" sz="1400" kern="1400" spc="-50"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More recent advances in (hyper)graph partitioning [J]. ACM Computing Surveys, 2023, 55(12): 1-38. DOI: 10.1145/3571808. </a:t>
            </a:r>
            <a:endParaRPr lang="zh-CN" altLang="zh-CN" sz="1400" kern="1400" spc="-50" dirty="0">
              <a:solidFill>
                <a:srgbClr val="000000"/>
              </a:solidFill>
              <a:effectLst/>
              <a:latin typeface="黑体" panose="02010609060101010101" pitchFamily="49" charset="-122"/>
              <a:ea typeface="黑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2292436674"/>
      </p:ext>
    </p:extLst>
  </p:cSld>
  <p:clrMapOvr>
    <a:masterClrMapping/>
  </p:clrMapOvr>
  <mc:AlternateContent xmlns:mc="http://schemas.openxmlformats.org/markup-compatibility/2006" xmlns:p14="http://schemas.microsoft.com/office/powerpoint/2010/main">
    <mc:Choice Requires="p14">
      <p:transition p14:dur="10" advTm="1260"/>
    </mc:Choice>
    <mc:Fallback xmlns="">
      <p:transition advTm="1260"/>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剪去单角 6">
            <a:extLst>
              <a:ext uri="{FF2B5EF4-FFF2-40B4-BE49-F238E27FC236}">
                <a16:creationId xmlns:a16="http://schemas.microsoft.com/office/drawing/2014/main" id="{090DC2B6-60A5-388B-0BEC-885EF4760BEF}"/>
              </a:ext>
            </a:extLst>
          </p:cNvPr>
          <p:cNvSpPr/>
          <p:nvPr/>
        </p:nvSpPr>
        <p:spPr>
          <a:xfrm>
            <a:off x="456510" y="363276"/>
            <a:ext cx="453697" cy="434666"/>
          </a:xfrm>
          <a:prstGeom prst="snip1Rect">
            <a:avLst/>
          </a:prstGeom>
          <a:solidFill>
            <a:srgbClr val="00AF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802295" rtl="0" eaLnBrk="1" latinLnBrk="0" hangingPunct="1">
              <a:defRPr sz="1600" kern="1200">
                <a:solidFill>
                  <a:schemeClr val="lt1"/>
                </a:solidFill>
                <a:latin typeface="+mn-lt"/>
                <a:ea typeface="+mn-ea"/>
                <a:cs typeface="+mn-cs"/>
              </a:defRPr>
            </a:lvl1pPr>
            <a:lvl2pPr marL="401147" algn="l" defTabSz="802295" rtl="0" eaLnBrk="1" latinLnBrk="0" hangingPunct="1">
              <a:defRPr sz="1600" kern="1200">
                <a:solidFill>
                  <a:schemeClr val="lt1"/>
                </a:solidFill>
                <a:latin typeface="+mn-lt"/>
                <a:ea typeface="+mn-ea"/>
                <a:cs typeface="+mn-cs"/>
              </a:defRPr>
            </a:lvl2pPr>
            <a:lvl3pPr marL="802295" algn="l" defTabSz="802295" rtl="0" eaLnBrk="1" latinLnBrk="0" hangingPunct="1">
              <a:defRPr sz="1600" kern="1200">
                <a:solidFill>
                  <a:schemeClr val="lt1"/>
                </a:solidFill>
                <a:latin typeface="+mn-lt"/>
                <a:ea typeface="+mn-ea"/>
                <a:cs typeface="+mn-cs"/>
              </a:defRPr>
            </a:lvl3pPr>
            <a:lvl4pPr marL="1203442" algn="l" defTabSz="802295" rtl="0" eaLnBrk="1" latinLnBrk="0" hangingPunct="1">
              <a:defRPr sz="1600" kern="1200">
                <a:solidFill>
                  <a:schemeClr val="lt1"/>
                </a:solidFill>
                <a:latin typeface="+mn-lt"/>
                <a:ea typeface="+mn-ea"/>
                <a:cs typeface="+mn-cs"/>
              </a:defRPr>
            </a:lvl4pPr>
            <a:lvl5pPr marL="1604589" algn="l" defTabSz="802295" rtl="0" eaLnBrk="1" latinLnBrk="0" hangingPunct="1">
              <a:defRPr sz="1600" kern="1200">
                <a:solidFill>
                  <a:schemeClr val="lt1"/>
                </a:solidFill>
                <a:latin typeface="+mn-lt"/>
                <a:ea typeface="+mn-ea"/>
                <a:cs typeface="+mn-cs"/>
              </a:defRPr>
            </a:lvl5pPr>
            <a:lvl6pPr marL="2005736" algn="l" defTabSz="802295" rtl="0" eaLnBrk="1" latinLnBrk="0" hangingPunct="1">
              <a:defRPr sz="1600" kern="1200">
                <a:solidFill>
                  <a:schemeClr val="lt1"/>
                </a:solidFill>
                <a:latin typeface="+mn-lt"/>
                <a:ea typeface="+mn-ea"/>
                <a:cs typeface="+mn-cs"/>
              </a:defRPr>
            </a:lvl6pPr>
            <a:lvl7pPr marL="2406884" algn="l" defTabSz="802295" rtl="0" eaLnBrk="1" latinLnBrk="0" hangingPunct="1">
              <a:defRPr sz="1600" kern="1200">
                <a:solidFill>
                  <a:schemeClr val="lt1"/>
                </a:solidFill>
                <a:latin typeface="+mn-lt"/>
                <a:ea typeface="+mn-ea"/>
                <a:cs typeface="+mn-cs"/>
              </a:defRPr>
            </a:lvl7pPr>
            <a:lvl8pPr marL="2808031" algn="l" defTabSz="802295" rtl="0" eaLnBrk="1" latinLnBrk="0" hangingPunct="1">
              <a:defRPr sz="1600" kern="1200">
                <a:solidFill>
                  <a:schemeClr val="lt1"/>
                </a:solidFill>
                <a:latin typeface="+mn-lt"/>
                <a:ea typeface="+mn-ea"/>
                <a:cs typeface="+mn-cs"/>
              </a:defRPr>
            </a:lvl8pPr>
            <a:lvl9pPr marL="3209178" algn="l" defTabSz="802295" rtl="0" eaLnBrk="1" latinLnBrk="0" hangingPunct="1">
              <a:defRPr sz="1600" kern="1200">
                <a:solidFill>
                  <a:schemeClr val="lt1"/>
                </a:solidFill>
                <a:latin typeface="+mn-lt"/>
                <a:ea typeface="+mn-ea"/>
                <a:cs typeface="+mn-cs"/>
              </a:defRPr>
            </a:lvl9pPr>
          </a:lstStyle>
          <a:p>
            <a:pPr algn="ctr"/>
            <a:endParaRPr lang="zh-CN" altLang="en-US"/>
          </a:p>
        </p:txBody>
      </p:sp>
      <p:sp>
        <p:nvSpPr>
          <p:cNvPr id="8" name="矩形: 剪去单角 7">
            <a:extLst>
              <a:ext uri="{FF2B5EF4-FFF2-40B4-BE49-F238E27FC236}">
                <a16:creationId xmlns:a16="http://schemas.microsoft.com/office/drawing/2014/main" id="{7C49A1BE-A0E7-7AF3-F4A0-69B94FF892C6}"/>
              </a:ext>
            </a:extLst>
          </p:cNvPr>
          <p:cNvSpPr/>
          <p:nvPr/>
        </p:nvSpPr>
        <p:spPr>
          <a:xfrm>
            <a:off x="384502" y="435284"/>
            <a:ext cx="453697" cy="434666"/>
          </a:xfrm>
          <a:prstGeom prst="snip1Rect">
            <a:avLst/>
          </a:prstGeom>
          <a:solidFill>
            <a:srgbClr val="005EA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802295" rtl="0" eaLnBrk="1" latinLnBrk="0" hangingPunct="1">
              <a:defRPr sz="1600" kern="1200">
                <a:solidFill>
                  <a:schemeClr val="lt1"/>
                </a:solidFill>
                <a:latin typeface="+mn-lt"/>
                <a:ea typeface="+mn-ea"/>
                <a:cs typeface="+mn-cs"/>
              </a:defRPr>
            </a:lvl1pPr>
            <a:lvl2pPr marL="401147" algn="l" defTabSz="802295" rtl="0" eaLnBrk="1" latinLnBrk="0" hangingPunct="1">
              <a:defRPr sz="1600" kern="1200">
                <a:solidFill>
                  <a:schemeClr val="lt1"/>
                </a:solidFill>
                <a:latin typeface="+mn-lt"/>
                <a:ea typeface="+mn-ea"/>
                <a:cs typeface="+mn-cs"/>
              </a:defRPr>
            </a:lvl2pPr>
            <a:lvl3pPr marL="802295" algn="l" defTabSz="802295" rtl="0" eaLnBrk="1" latinLnBrk="0" hangingPunct="1">
              <a:defRPr sz="1600" kern="1200">
                <a:solidFill>
                  <a:schemeClr val="lt1"/>
                </a:solidFill>
                <a:latin typeface="+mn-lt"/>
                <a:ea typeface="+mn-ea"/>
                <a:cs typeface="+mn-cs"/>
              </a:defRPr>
            </a:lvl3pPr>
            <a:lvl4pPr marL="1203442" algn="l" defTabSz="802295" rtl="0" eaLnBrk="1" latinLnBrk="0" hangingPunct="1">
              <a:defRPr sz="1600" kern="1200">
                <a:solidFill>
                  <a:schemeClr val="lt1"/>
                </a:solidFill>
                <a:latin typeface="+mn-lt"/>
                <a:ea typeface="+mn-ea"/>
                <a:cs typeface="+mn-cs"/>
              </a:defRPr>
            </a:lvl4pPr>
            <a:lvl5pPr marL="1604589" algn="l" defTabSz="802295" rtl="0" eaLnBrk="1" latinLnBrk="0" hangingPunct="1">
              <a:defRPr sz="1600" kern="1200">
                <a:solidFill>
                  <a:schemeClr val="lt1"/>
                </a:solidFill>
                <a:latin typeface="+mn-lt"/>
                <a:ea typeface="+mn-ea"/>
                <a:cs typeface="+mn-cs"/>
              </a:defRPr>
            </a:lvl5pPr>
            <a:lvl6pPr marL="2005736" algn="l" defTabSz="802295" rtl="0" eaLnBrk="1" latinLnBrk="0" hangingPunct="1">
              <a:defRPr sz="1600" kern="1200">
                <a:solidFill>
                  <a:schemeClr val="lt1"/>
                </a:solidFill>
                <a:latin typeface="+mn-lt"/>
                <a:ea typeface="+mn-ea"/>
                <a:cs typeface="+mn-cs"/>
              </a:defRPr>
            </a:lvl6pPr>
            <a:lvl7pPr marL="2406884" algn="l" defTabSz="802295" rtl="0" eaLnBrk="1" latinLnBrk="0" hangingPunct="1">
              <a:defRPr sz="1600" kern="1200">
                <a:solidFill>
                  <a:schemeClr val="lt1"/>
                </a:solidFill>
                <a:latin typeface="+mn-lt"/>
                <a:ea typeface="+mn-ea"/>
                <a:cs typeface="+mn-cs"/>
              </a:defRPr>
            </a:lvl7pPr>
            <a:lvl8pPr marL="2808031" algn="l" defTabSz="802295" rtl="0" eaLnBrk="1" latinLnBrk="0" hangingPunct="1">
              <a:defRPr sz="1600" kern="1200">
                <a:solidFill>
                  <a:schemeClr val="lt1"/>
                </a:solidFill>
                <a:latin typeface="+mn-lt"/>
                <a:ea typeface="+mn-ea"/>
                <a:cs typeface="+mn-cs"/>
              </a:defRPr>
            </a:lvl8pPr>
            <a:lvl9pPr marL="3209178" algn="l" defTabSz="802295" rtl="0" eaLnBrk="1" latinLnBrk="0" hangingPunct="1">
              <a:defRPr sz="1600" kern="1200">
                <a:solidFill>
                  <a:schemeClr val="lt1"/>
                </a:solidFill>
                <a:latin typeface="+mn-lt"/>
                <a:ea typeface="+mn-ea"/>
                <a:cs typeface="+mn-cs"/>
              </a:defRPr>
            </a:lvl9pPr>
          </a:lstStyle>
          <a:p>
            <a:pPr algn="ctr"/>
            <a:endParaRPr lang="en-US" altLang="zh-CN" sz="4000" dirty="0">
              <a:latin typeface="方正兰亭准黑_GBK" panose="02000000000000000000" pitchFamily="2" charset="-122"/>
              <a:ea typeface="方正兰亭准黑_GBK" panose="02000000000000000000" pitchFamily="2" charset="-122"/>
            </a:endParaRPr>
          </a:p>
        </p:txBody>
      </p:sp>
      <p:sp>
        <p:nvSpPr>
          <p:cNvPr id="9" name="文本框 8">
            <a:extLst>
              <a:ext uri="{FF2B5EF4-FFF2-40B4-BE49-F238E27FC236}">
                <a16:creationId xmlns:a16="http://schemas.microsoft.com/office/drawing/2014/main" id="{B1AF1609-1A2E-42F7-1CDB-A412B6C665CA}"/>
              </a:ext>
            </a:extLst>
          </p:cNvPr>
          <p:cNvSpPr txBox="1"/>
          <p:nvPr/>
        </p:nvSpPr>
        <p:spPr>
          <a:xfrm>
            <a:off x="982215" y="422115"/>
            <a:ext cx="2809298" cy="375827"/>
          </a:xfrm>
          <a:prstGeom prst="rect">
            <a:avLst/>
          </a:prstGeom>
          <a:noFill/>
        </p:spPr>
        <p:txBody>
          <a:bodyPr wrap="square" lIns="67391" tIns="33696" rIns="67391" bIns="33696" rtlCol="0">
            <a:spAutoFit/>
          </a:bodyPr>
          <a:lstStyle>
            <a:defPPr>
              <a:defRPr lang="zh-CN"/>
            </a:defPPr>
            <a:lvl1pPr marL="0" algn="l" defTabSz="802295" rtl="0" eaLnBrk="1" latinLnBrk="0" hangingPunct="1">
              <a:defRPr sz="1600" kern="1200">
                <a:solidFill>
                  <a:schemeClr val="tx1"/>
                </a:solidFill>
                <a:latin typeface="+mn-lt"/>
                <a:ea typeface="+mn-ea"/>
                <a:cs typeface="+mn-cs"/>
              </a:defRPr>
            </a:lvl1pPr>
            <a:lvl2pPr marL="401147" algn="l" defTabSz="802295" rtl="0" eaLnBrk="1" latinLnBrk="0" hangingPunct="1">
              <a:defRPr sz="1600" kern="1200">
                <a:solidFill>
                  <a:schemeClr val="tx1"/>
                </a:solidFill>
                <a:latin typeface="+mn-lt"/>
                <a:ea typeface="+mn-ea"/>
                <a:cs typeface="+mn-cs"/>
              </a:defRPr>
            </a:lvl2pPr>
            <a:lvl3pPr marL="802295" algn="l" defTabSz="802295" rtl="0" eaLnBrk="1" latinLnBrk="0" hangingPunct="1">
              <a:defRPr sz="1600" kern="1200">
                <a:solidFill>
                  <a:schemeClr val="tx1"/>
                </a:solidFill>
                <a:latin typeface="+mn-lt"/>
                <a:ea typeface="+mn-ea"/>
                <a:cs typeface="+mn-cs"/>
              </a:defRPr>
            </a:lvl3pPr>
            <a:lvl4pPr marL="1203442" algn="l" defTabSz="802295" rtl="0" eaLnBrk="1" latinLnBrk="0" hangingPunct="1">
              <a:defRPr sz="1600" kern="1200">
                <a:solidFill>
                  <a:schemeClr val="tx1"/>
                </a:solidFill>
                <a:latin typeface="+mn-lt"/>
                <a:ea typeface="+mn-ea"/>
                <a:cs typeface="+mn-cs"/>
              </a:defRPr>
            </a:lvl4pPr>
            <a:lvl5pPr marL="1604589" algn="l" defTabSz="802295" rtl="0" eaLnBrk="1" latinLnBrk="0" hangingPunct="1">
              <a:defRPr sz="1600" kern="1200">
                <a:solidFill>
                  <a:schemeClr val="tx1"/>
                </a:solidFill>
                <a:latin typeface="+mn-lt"/>
                <a:ea typeface="+mn-ea"/>
                <a:cs typeface="+mn-cs"/>
              </a:defRPr>
            </a:lvl5pPr>
            <a:lvl6pPr marL="2005736" algn="l" defTabSz="802295" rtl="0" eaLnBrk="1" latinLnBrk="0" hangingPunct="1">
              <a:defRPr sz="1600" kern="1200">
                <a:solidFill>
                  <a:schemeClr val="tx1"/>
                </a:solidFill>
                <a:latin typeface="+mn-lt"/>
                <a:ea typeface="+mn-ea"/>
                <a:cs typeface="+mn-cs"/>
              </a:defRPr>
            </a:lvl6pPr>
            <a:lvl7pPr marL="2406884" algn="l" defTabSz="802295" rtl="0" eaLnBrk="1" latinLnBrk="0" hangingPunct="1">
              <a:defRPr sz="1600" kern="1200">
                <a:solidFill>
                  <a:schemeClr val="tx1"/>
                </a:solidFill>
                <a:latin typeface="+mn-lt"/>
                <a:ea typeface="+mn-ea"/>
                <a:cs typeface="+mn-cs"/>
              </a:defRPr>
            </a:lvl7pPr>
            <a:lvl8pPr marL="2808031" algn="l" defTabSz="802295" rtl="0" eaLnBrk="1" latinLnBrk="0" hangingPunct="1">
              <a:defRPr sz="1600" kern="1200">
                <a:solidFill>
                  <a:schemeClr val="tx1"/>
                </a:solidFill>
                <a:latin typeface="+mn-lt"/>
                <a:ea typeface="+mn-ea"/>
                <a:cs typeface="+mn-cs"/>
              </a:defRPr>
            </a:lvl8pPr>
            <a:lvl9pPr marL="3209178" algn="l" defTabSz="802295" rtl="0" eaLnBrk="1" latinLnBrk="0" hangingPunct="1">
              <a:defRPr sz="1600" kern="1200">
                <a:solidFill>
                  <a:schemeClr val="tx1"/>
                </a:solidFill>
                <a:latin typeface="+mn-lt"/>
                <a:ea typeface="+mn-ea"/>
                <a:cs typeface="+mn-cs"/>
              </a:defRPr>
            </a:lvl9pPr>
          </a:lstStyle>
          <a:p>
            <a:r>
              <a:rPr lang="en-US" altLang="zh-CN" sz="2000" dirty="0">
                <a:solidFill>
                  <a:srgbClr val="2D5593"/>
                </a:solidFill>
                <a:latin typeface="微软雅黑" panose="020B0503020204020204" pitchFamily="34" charset="-122"/>
                <a:ea typeface="微软雅黑" panose="020B0503020204020204" pitchFamily="34" charset="-122"/>
              </a:rPr>
              <a:t>1.2</a:t>
            </a:r>
            <a:r>
              <a:rPr lang="zh-CN" altLang="en-US" sz="2000" dirty="0">
                <a:solidFill>
                  <a:srgbClr val="2D5593"/>
                </a:solidFill>
                <a:latin typeface="微软雅黑" panose="020B0503020204020204" pitchFamily="34" charset="-122"/>
                <a:ea typeface="微软雅黑" panose="020B0503020204020204" pitchFamily="34" charset="-122"/>
              </a:rPr>
              <a:t> 研究现状</a:t>
            </a:r>
            <a:endParaRPr lang="en-US" altLang="zh-CN" sz="2000" dirty="0">
              <a:solidFill>
                <a:srgbClr val="2D5593"/>
              </a:solidFill>
              <a:latin typeface="微软雅黑" panose="020B0503020204020204" pitchFamily="34" charset="-122"/>
              <a:ea typeface="微软雅黑" panose="020B0503020204020204" pitchFamily="34" charset="-122"/>
            </a:endParaRPr>
          </a:p>
        </p:txBody>
      </p:sp>
      <p:sp>
        <p:nvSpPr>
          <p:cNvPr id="12" name="文本框 11">
            <a:extLst>
              <a:ext uri="{FF2B5EF4-FFF2-40B4-BE49-F238E27FC236}">
                <a16:creationId xmlns:a16="http://schemas.microsoft.com/office/drawing/2014/main" id="{C655A3E3-E8BB-8144-FD2E-FED74870E4EF}"/>
              </a:ext>
            </a:extLst>
          </p:cNvPr>
          <p:cNvSpPr txBox="1"/>
          <p:nvPr/>
        </p:nvSpPr>
        <p:spPr>
          <a:xfrm>
            <a:off x="1609725" y="930492"/>
            <a:ext cx="8972550" cy="3658053"/>
          </a:xfrm>
          <a:prstGeom prst="rect">
            <a:avLst/>
          </a:prstGeom>
          <a:noFill/>
        </p:spPr>
        <p:txBody>
          <a:bodyPr wrap="square" rtlCol="0">
            <a:spAutoFit/>
          </a:bodyPr>
          <a:lstStyle/>
          <a:p>
            <a:pPr indent="279400">
              <a:lnSpc>
                <a:spcPct val="130000"/>
              </a:lnSpc>
            </a:pPr>
            <a:r>
              <a:rPr lang="zh-CN" altLang="en-US" kern="1400" spc="-5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应用</a:t>
            </a:r>
            <a:r>
              <a:rPr lang="zh-CN" altLang="en-US"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方面，目前以出现许多可行有效的</a:t>
            </a:r>
            <a:r>
              <a:rPr lang="en-US" altLang="zh-CN"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FPGA</a:t>
            </a:r>
            <a:r>
              <a:rPr lang="zh-CN" altLang="en-US"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电路设计。</a:t>
            </a:r>
            <a:endParaRPr lang="en-US" altLang="zh-CN"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endParaRPr>
          </a:p>
          <a:p>
            <a:pPr indent="279400">
              <a:lnSpc>
                <a:spcPct val="130000"/>
              </a:lnSpc>
            </a:pPr>
            <a:r>
              <a:rPr lang="zh-CN" altLang="en-US"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其中，</a:t>
            </a:r>
            <a:r>
              <a:rPr lang="zh-CN" altLang="en-US" kern="1400" spc="-5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有</a:t>
            </a:r>
            <a:r>
              <a:rPr lang="zh-CN" altLang="en-US"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基于划分的 </a:t>
            </a:r>
            <a:r>
              <a:rPr lang="en-US" altLang="zh-CN"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FPGA </a:t>
            </a:r>
            <a:r>
              <a:rPr lang="zh-CN" altLang="en-US"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电路的布局技术的典型代表</a:t>
            </a:r>
            <a:r>
              <a:rPr lang="en-US" altLang="zh-CN" kern="1400" spc="-5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Kim </a:t>
            </a:r>
            <a:r>
              <a:rPr lang="zh-CN" altLang="en-US"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等人研究设计的 </a:t>
            </a:r>
            <a:r>
              <a:rPr lang="en-US" altLang="zh-CN" sz="1800" kern="1400" spc="-50" dirty="0" err="1">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SimPL</a:t>
            </a:r>
            <a:r>
              <a:rPr lang="en-US" altLang="zh-CN"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zh-CN" altLang="en-US"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布局方法*</a:t>
            </a:r>
            <a:r>
              <a:rPr lang="zh-CN" altLang="en-US" kern="1400" spc="-5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该方法以线长作为约束条件，分别计算线长的下界与上界，然后通过一种基于自上向下的几何分割和非线性缩放的前向合法化方法不断进行迭代，最终使逻辑单元收敛到合法的位置；</a:t>
            </a:r>
            <a:endParaRPr lang="en-US" altLang="zh-CN"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endParaRPr>
          </a:p>
          <a:p>
            <a:pPr indent="279400">
              <a:lnSpc>
                <a:spcPct val="130000"/>
              </a:lnSpc>
            </a:pPr>
            <a:r>
              <a:rPr lang="zh-CN" altLang="en-US"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有基于启发式的 </a:t>
            </a:r>
            <a:r>
              <a:rPr lang="en-US" altLang="zh-CN"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FPGA </a:t>
            </a:r>
            <a:r>
              <a:rPr lang="zh-CN" altLang="en-US"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电路的布局技术的经典案例</a:t>
            </a:r>
            <a:r>
              <a:rPr lang="en-US" altLang="zh-CN"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 Carl </a:t>
            </a:r>
            <a:r>
              <a:rPr lang="zh-CN" altLang="en-US"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等人的模拟退火算法*，以及由此算法运作的 </a:t>
            </a:r>
            <a:r>
              <a:rPr lang="en-US" altLang="zh-CN"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FPGA </a:t>
            </a:r>
            <a:r>
              <a:rPr lang="zh-CN" altLang="en-US"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通用布局布线（</a:t>
            </a:r>
            <a:r>
              <a:rPr lang="en-US" altLang="zh-CN"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Versatile Placement and Routing</a:t>
            </a:r>
            <a:r>
              <a:rPr lang="zh-CN" altLang="en-US"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VPR</a:t>
            </a:r>
            <a:r>
              <a:rPr lang="zh-CN" altLang="en-US"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）工具的布局器；</a:t>
            </a:r>
            <a:endParaRPr lang="en-US" altLang="zh-CN"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endParaRPr>
          </a:p>
          <a:p>
            <a:pPr indent="279400">
              <a:lnSpc>
                <a:spcPct val="130000"/>
              </a:lnSpc>
            </a:pPr>
            <a:r>
              <a:rPr lang="zh-CN" altLang="en-US"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有基于解析式的 </a:t>
            </a:r>
            <a:r>
              <a:rPr lang="en-US" altLang="zh-CN"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FPGA </a:t>
            </a:r>
            <a:r>
              <a:rPr lang="zh-CN" altLang="en-US"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电路的布局技术的解题算法</a:t>
            </a:r>
            <a:r>
              <a:rPr lang="en-US" altLang="zh-CN" kern="1400" spc="-5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 GOPALAKRISHNAN P </a:t>
            </a:r>
            <a:r>
              <a:rPr lang="zh-CN" altLang="en-US" kern="1400" spc="-5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等人所研究使用的二次方布局技术*‎以及 </a:t>
            </a:r>
            <a:r>
              <a:rPr lang="en-US" altLang="zh-CN" kern="1400" spc="-5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LIN T H </a:t>
            </a:r>
            <a:r>
              <a:rPr lang="zh-CN" altLang="en-US" kern="1400" spc="-5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等人所研究使用的非线性布局技术*‎。</a:t>
            </a:r>
            <a:endParaRPr lang="zh-CN" altLang="zh-CN"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 name="文本框 1">
            <a:extLst>
              <a:ext uri="{FF2B5EF4-FFF2-40B4-BE49-F238E27FC236}">
                <a16:creationId xmlns:a16="http://schemas.microsoft.com/office/drawing/2014/main" id="{6FAE6AF4-57C4-C2A0-B88D-968AC2D04086}"/>
              </a:ext>
            </a:extLst>
          </p:cNvPr>
          <p:cNvSpPr txBox="1"/>
          <p:nvPr/>
        </p:nvSpPr>
        <p:spPr>
          <a:xfrm>
            <a:off x="256623" y="4721095"/>
            <a:ext cx="10652165" cy="2024978"/>
          </a:xfrm>
          <a:prstGeom prst="rect">
            <a:avLst/>
          </a:prstGeom>
          <a:noFill/>
        </p:spPr>
        <p:txBody>
          <a:bodyPr wrap="square" rtlCol="0">
            <a:spAutoFit/>
          </a:bodyPr>
          <a:lstStyle/>
          <a:p>
            <a:pPr>
              <a:lnSpc>
                <a:spcPct val="130000"/>
              </a:lnSpc>
            </a:pPr>
            <a:r>
              <a:rPr lang="zh-CN" altLang="en-US" sz="1400" kern="1400" spc="-50"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 </a:t>
            </a:r>
            <a:r>
              <a:rPr lang="en-GB" altLang="zh-CN" sz="1400" kern="1400" spc="-50"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KIM, M C, LEE D J, MARKOV I L. </a:t>
            </a:r>
            <a:r>
              <a:rPr lang="en-GB" altLang="zh-CN" sz="1400" kern="1400" spc="-50" dirty="0" err="1">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SimPL</a:t>
            </a:r>
            <a:r>
              <a:rPr lang="en-GB" altLang="zh-CN" sz="1400" kern="1400" spc="-50"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 an effective placement algorithm[J]. IEEE Transactions on Computer-Aided Design of Integrated Circuits and Systems, 2012, 31(1): 50‑60.</a:t>
            </a:r>
          </a:p>
          <a:p>
            <a:pPr>
              <a:lnSpc>
                <a:spcPct val="130000"/>
              </a:lnSpc>
            </a:pPr>
            <a:r>
              <a:rPr lang="zh-CN" altLang="en-US" sz="1400" kern="1400" spc="-5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lang="en-US" altLang="zh-CN" sz="1400" kern="1400" spc="-5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CARL S. VLSI Placement and Global Routing Using Simulated Annealing[M]. Boston, MA, USA: Springer Science &amp; Business Media, 2012.</a:t>
            </a:r>
          </a:p>
          <a:p>
            <a:pPr>
              <a:lnSpc>
                <a:spcPct val="130000"/>
              </a:lnSpc>
            </a:pPr>
            <a:r>
              <a:rPr lang="zh-CN" altLang="en-US" sz="1400" kern="1400" spc="-5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lang="en-US" altLang="zh-CN" sz="1400" kern="1400" spc="-5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GOPALAKRISHNAN P, LI X, PILEGGI L. Architecture-aware FPGA placement using metric embedding[C]. 2006 43rd ACM/IEEE Design Automation Conference. USA: IEEE, 2006: 460‑465.</a:t>
            </a:r>
          </a:p>
          <a:p>
            <a:pPr>
              <a:lnSpc>
                <a:spcPct val="130000"/>
              </a:lnSpc>
            </a:pPr>
            <a:r>
              <a:rPr lang="zh-CN" altLang="en-US" sz="1400" kern="1400" spc="-50"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 </a:t>
            </a:r>
            <a:r>
              <a:rPr lang="en-US" altLang="zh-CN" sz="1400" kern="1400" spc="-50"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LIN T H, BANERJEE P, CHANG Y W. An efficient and effective analytical place for FPGAs[C]. 2013 50th ACM/EDAC/IEEE Design Automation Conference (DAC). USA: IEEE, 2014: 1‑6.</a:t>
            </a:r>
            <a:endParaRPr lang="zh-CN" altLang="zh-CN" sz="1400" kern="1400" spc="-50"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p:txBody>
      </p:sp>
      <p:sp>
        <p:nvSpPr>
          <p:cNvPr id="3" name="文本框 2">
            <a:extLst>
              <a:ext uri="{FF2B5EF4-FFF2-40B4-BE49-F238E27FC236}">
                <a16:creationId xmlns:a16="http://schemas.microsoft.com/office/drawing/2014/main" id="{264D2744-E365-C3D5-DABC-8A9F73B89E6E}"/>
              </a:ext>
            </a:extLst>
          </p:cNvPr>
          <p:cNvSpPr txBox="1"/>
          <p:nvPr/>
        </p:nvSpPr>
        <p:spPr>
          <a:xfrm>
            <a:off x="11542816" y="6270171"/>
            <a:ext cx="302820" cy="369332"/>
          </a:xfrm>
          <a:prstGeom prst="rect">
            <a:avLst/>
          </a:prstGeom>
          <a:noFill/>
        </p:spPr>
        <p:txBody>
          <a:bodyPr wrap="square" rtlCol="0">
            <a:spAutoFit/>
          </a:bodyPr>
          <a:lstStyle/>
          <a:p>
            <a:r>
              <a:rPr lang="en-US" altLang="zh-CN" dirty="0"/>
              <a:t>4</a:t>
            </a:r>
            <a:endParaRPr lang="zh-CN" altLang="en-US" dirty="0"/>
          </a:p>
        </p:txBody>
      </p:sp>
    </p:spTree>
    <p:extLst>
      <p:ext uri="{BB962C8B-B14F-4D97-AF65-F5344CB8AC3E}">
        <p14:creationId xmlns:p14="http://schemas.microsoft.com/office/powerpoint/2010/main" val="3416165336"/>
      </p:ext>
    </p:extLst>
  </p:cSld>
  <p:clrMapOvr>
    <a:masterClrMapping/>
  </p:clrMapOvr>
  <mc:AlternateContent xmlns:mc="http://schemas.openxmlformats.org/markup-compatibility/2006" xmlns:p14="http://schemas.microsoft.com/office/powerpoint/2010/main">
    <mc:Choice Requires="p14">
      <p:transition p14:dur="10" advTm="1260"/>
    </mc:Choice>
    <mc:Fallback xmlns="">
      <p:transition advTm="1260"/>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剪去单角 3"/>
          <p:cNvSpPr/>
          <p:nvPr/>
        </p:nvSpPr>
        <p:spPr>
          <a:xfrm>
            <a:off x="2136896" y="1966854"/>
            <a:ext cx="2828505" cy="2828505"/>
          </a:xfrm>
          <a:prstGeom prst="snip1Rect">
            <a:avLst/>
          </a:prstGeom>
          <a:solidFill>
            <a:srgbClr val="00AF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38"/>
          </a:p>
        </p:txBody>
      </p:sp>
      <p:sp>
        <p:nvSpPr>
          <p:cNvPr id="5" name="矩形: 剪去单角 4"/>
          <p:cNvSpPr/>
          <p:nvPr/>
        </p:nvSpPr>
        <p:spPr>
          <a:xfrm>
            <a:off x="2039361" y="2064389"/>
            <a:ext cx="2828505" cy="2828505"/>
          </a:xfrm>
          <a:prstGeom prst="snip1Rect">
            <a:avLst/>
          </a:prstGeom>
          <a:solidFill>
            <a:srgbClr val="005EA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5418" dirty="0">
                <a:latin typeface="方正兰亭准黑_GBK" panose="02000000000000000000" pitchFamily="2" charset="-122"/>
                <a:ea typeface="方正兰亭准黑_GBK" panose="02000000000000000000" pitchFamily="2" charset="-122"/>
              </a:rPr>
              <a:t>PART</a:t>
            </a:r>
          </a:p>
          <a:p>
            <a:pPr algn="ctr"/>
            <a:r>
              <a:rPr lang="en-US" altLang="zh-CN" sz="5418" dirty="0">
                <a:latin typeface="方正兰亭准黑_GBK" panose="02000000000000000000" pitchFamily="2" charset="-122"/>
                <a:ea typeface="方正兰亭准黑_GBK" panose="02000000000000000000" pitchFamily="2" charset="-122"/>
              </a:rPr>
              <a:t>02</a:t>
            </a:r>
            <a:endParaRPr lang="zh-CN" altLang="en-US" sz="8127" dirty="0">
              <a:latin typeface="方正兰亭准黑_GBK" panose="02000000000000000000" pitchFamily="2" charset="-122"/>
              <a:ea typeface="方正兰亭准黑_GBK" panose="02000000000000000000" pitchFamily="2" charset="-122"/>
            </a:endParaRPr>
          </a:p>
        </p:txBody>
      </p:sp>
      <p:sp>
        <p:nvSpPr>
          <p:cNvPr id="6" name="文本框 8"/>
          <p:cNvSpPr txBox="1"/>
          <p:nvPr/>
        </p:nvSpPr>
        <p:spPr>
          <a:xfrm>
            <a:off x="5550610" y="2211332"/>
            <a:ext cx="8613973" cy="925928"/>
          </a:xfrm>
          <a:prstGeom prst="rect">
            <a:avLst/>
          </a:prstGeom>
          <a:noFill/>
        </p:spPr>
        <p:txBody>
          <a:bodyPr wrap="square" lIns="91281" tIns="45641" rIns="91281" bIns="45641" rtlCol="0">
            <a:spAutoFit/>
          </a:bodyPr>
          <a:lstStyle/>
          <a:p>
            <a:r>
              <a:rPr lang="zh-CN" altLang="en-US" sz="5418" dirty="0">
                <a:solidFill>
                  <a:srgbClr val="2D5593"/>
                </a:solidFill>
                <a:latin typeface="微软雅黑" panose="020B0503020204020204" pitchFamily="34" charset="-122"/>
                <a:ea typeface="微软雅黑" panose="020B0503020204020204" pitchFamily="34" charset="-122"/>
              </a:rPr>
              <a:t>算法设计</a:t>
            </a:r>
            <a:endParaRPr lang="en-US" altLang="zh-CN" sz="5418" dirty="0">
              <a:solidFill>
                <a:srgbClr val="2D5593"/>
              </a:solidFill>
              <a:latin typeface="微软雅黑" panose="020B0503020204020204" pitchFamily="34" charset="-122"/>
              <a:ea typeface="微软雅黑" panose="020B0503020204020204" pitchFamily="34" charset="-122"/>
            </a:endParaRPr>
          </a:p>
        </p:txBody>
      </p:sp>
      <p:sp>
        <p:nvSpPr>
          <p:cNvPr id="7" name="文本框 8"/>
          <p:cNvSpPr txBox="1"/>
          <p:nvPr/>
        </p:nvSpPr>
        <p:spPr>
          <a:xfrm>
            <a:off x="5550609" y="3506026"/>
            <a:ext cx="3803851" cy="467341"/>
          </a:xfrm>
          <a:prstGeom prst="rect">
            <a:avLst/>
          </a:prstGeom>
          <a:noFill/>
        </p:spPr>
        <p:txBody>
          <a:bodyPr wrap="square" lIns="91281" tIns="45641" rIns="91281" bIns="45641" rtlCol="0">
            <a:spAutoFit/>
          </a:bodyPr>
          <a:lstStyle/>
          <a:p>
            <a:r>
              <a:rPr lang="en-US" altLang="zh-CN" sz="2438" dirty="0">
                <a:solidFill>
                  <a:schemeClr val="tx1">
                    <a:lumMod val="75000"/>
                    <a:lumOff val="25000"/>
                  </a:schemeClr>
                </a:solidFill>
                <a:latin typeface="微软雅黑" panose="020B0503020204020204" pitchFamily="34" charset="-122"/>
                <a:ea typeface="微软雅黑" panose="020B0503020204020204" pitchFamily="34" charset="-122"/>
              </a:rPr>
              <a:t>2.1 </a:t>
            </a:r>
            <a:r>
              <a:rPr lang="zh-CN" altLang="en-US" sz="2438" dirty="0">
                <a:solidFill>
                  <a:schemeClr val="tx1">
                    <a:lumMod val="75000"/>
                    <a:lumOff val="25000"/>
                  </a:schemeClr>
                </a:solidFill>
                <a:latin typeface="微软雅黑" panose="020B0503020204020204" pitchFamily="34" charset="-122"/>
                <a:ea typeface="微软雅黑" panose="020B0503020204020204" pitchFamily="34" charset="-122"/>
              </a:rPr>
              <a:t>算法流程</a:t>
            </a:r>
            <a:endParaRPr lang="en-US" altLang="zh-CN" sz="2438"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9" name="文本框 8"/>
          <p:cNvSpPr txBox="1"/>
          <p:nvPr/>
        </p:nvSpPr>
        <p:spPr>
          <a:xfrm>
            <a:off x="5550609" y="4188768"/>
            <a:ext cx="3803851" cy="467341"/>
          </a:xfrm>
          <a:prstGeom prst="rect">
            <a:avLst/>
          </a:prstGeom>
          <a:noFill/>
        </p:spPr>
        <p:txBody>
          <a:bodyPr wrap="square" lIns="91281" tIns="45641" rIns="91281" bIns="45641" rtlCol="0">
            <a:spAutoFit/>
          </a:bodyPr>
          <a:lstStyle/>
          <a:p>
            <a:r>
              <a:rPr lang="en-US" altLang="zh-CN" sz="2438" dirty="0">
                <a:solidFill>
                  <a:schemeClr val="tx1">
                    <a:lumMod val="75000"/>
                    <a:lumOff val="25000"/>
                  </a:schemeClr>
                </a:solidFill>
                <a:latin typeface="微软雅黑" panose="020B0503020204020204" pitchFamily="34" charset="-122"/>
                <a:ea typeface="微软雅黑" panose="020B0503020204020204" pitchFamily="34" charset="-122"/>
              </a:rPr>
              <a:t>2.3 </a:t>
            </a:r>
            <a:r>
              <a:rPr lang="zh-CN" altLang="en-US" sz="2438" dirty="0">
                <a:solidFill>
                  <a:schemeClr val="tx1">
                    <a:lumMod val="75000"/>
                    <a:lumOff val="25000"/>
                  </a:schemeClr>
                </a:solidFill>
                <a:latin typeface="微软雅黑" panose="020B0503020204020204" pitchFamily="34" charset="-122"/>
                <a:ea typeface="微软雅黑" panose="020B0503020204020204" pitchFamily="34" charset="-122"/>
              </a:rPr>
              <a:t>初始划分</a:t>
            </a:r>
            <a:endParaRPr lang="en-US" altLang="zh-CN" sz="2438"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2" name="文本框 8">
            <a:extLst>
              <a:ext uri="{FF2B5EF4-FFF2-40B4-BE49-F238E27FC236}">
                <a16:creationId xmlns:a16="http://schemas.microsoft.com/office/drawing/2014/main" id="{EB0F6CEC-6B85-F072-4321-5C8568903162}"/>
              </a:ext>
            </a:extLst>
          </p:cNvPr>
          <p:cNvSpPr txBox="1"/>
          <p:nvPr/>
        </p:nvSpPr>
        <p:spPr>
          <a:xfrm>
            <a:off x="7769316" y="3506026"/>
            <a:ext cx="3803851" cy="467341"/>
          </a:xfrm>
          <a:prstGeom prst="rect">
            <a:avLst/>
          </a:prstGeom>
          <a:noFill/>
        </p:spPr>
        <p:txBody>
          <a:bodyPr wrap="square" lIns="91281" tIns="45641" rIns="91281" bIns="45641" rtlCol="0">
            <a:spAutoFit/>
          </a:bodyPr>
          <a:lstStyle/>
          <a:p>
            <a:r>
              <a:rPr lang="en-US" altLang="zh-CN" sz="2438" dirty="0">
                <a:solidFill>
                  <a:schemeClr val="tx1">
                    <a:lumMod val="75000"/>
                    <a:lumOff val="25000"/>
                  </a:schemeClr>
                </a:solidFill>
                <a:latin typeface="微软雅黑" panose="020B0503020204020204" pitchFamily="34" charset="-122"/>
                <a:ea typeface="微软雅黑" panose="020B0503020204020204" pitchFamily="34" charset="-122"/>
              </a:rPr>
              <a:t>2.2 </a:t>
            </a:r>
            <a:r>
              <a:rPr lang="zh-CN" altLang="en-US" sz="2438" dirty="0">
                <a:solidFill>
                  <a:schemeClr val="tx1">
                    <a:lumMod val="75000"/>
                    <a:lumOff val="25000"/>
                  </a:schemeClr>
                </a:solidFill>
                <a:latin typeface="微软雅黑" panose="020B0503020204020204" pitchFamily="34" charset="-122"/>
                <a:ea typeface="微软雅黑" panose="020B0503020204020204" pitchFamily="34" charset="-122"/>
              </a:rPr>
              <a:t>准备工作</a:t>
            </a:r>
            <a:endParaRPr lang="en-US" altLang="zh-CN" sz="2438"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3" name="文本框 8">
            <a:extLst>
              <a:ext uri="{FF2B5EF4-FFF2-40B4-BE49-F238E27FC236}">
                <a16:creationId xmlns:a16="http://schemas.microsoft.com/office/drawing/2014/main" id="{9ABC0A89-F7DB-580D-20B4-AE7C28A294BA}"/>
              </a:ext>
            </a:extLst>
          </p:cNvPr>
          <p:cNvSpPr txBox="1"/>
          <p:nvPr/>
        </p:nvSpPr>
        <p:spPr>
          <a:xfrm>
            <a:off x="7769316" y="4188768"/>
            <a:ext cx="3803851" cy="467341"/>
          </a:xfrm>
          <a:prstGeom prst="rect">
            <a:avLst/>
          </a:prstGeom>
          <a:noFill/>
        </p:spPr>
        <p:txBody>
          <a:bodyPr wrap="square" lIns="91281" tIns="45641" rIns="91281" bIns="45641" rtlCol="0">
            <a:spAutoFit/>
          </a:bodyPr>
          <a:lstStyle/>
          <a:p>
            <a:r>
              <a:rPr lang="en-US" altLang="zh-CN" sz="2438" dirty="0">
                <a:solidFill>
                  <a:schemeClr val="tx1">
                    <a:lumMod val="75000"/>
                    <a:lumOff val="25000"/>
                  </a:schemeClr>
                </a:solidFill>
                <a:latin typeface="微软雅黑" panose="020B0503020204020204" pitchFamily="34" charset="-122"/>
                <a:ea typeface="微软雅黑" panose="020B0503020204020204" pitchFamily="34" charset="-122"/>
              </a:rPr>
              <a:t>2.4 </a:t>
            </a:r>
            <a:r>
              <a:rPr lang="zh-CN" altLang="en-US" sz="2438" dirty="0">
                <a:solidFill>
                  <a:schemeClr val="tx1">
                    <a:lumMod val="75000"/>
                    <a:lumOff val="25000"/>
                  </a:schemeClr>
                </a:solidFill>
                <a:latin typeface="微软雅黑" panose="020B0503020204020204" pitchFamily="34" charset="-122"/>
                <a:ea typeface="微软雅黑" panose="020B0503020204020204" pitchFamily="34" charset="-122"/>
              </a:rPr>
              <a:t>优化设计</a:t>
            </a:r>
            <a:endParaRPr lang="en-US" altLang="zh-CN" sz="2438"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622332494"/>
      </p:ext>
    </p:extLst>
  </p:cSld>
  <p:clrMapOvr>
    <a:masterClrMapping/>
  </p:clrMapOvr>
  <mc:AlternateContent xmlns:mc="http://schemas.openxmlformats.org/markup-compatibility/2006" xmlns:p14="http://schemas.microsoft.com/office/powerpoint/2010/main">
    <mc:Choice Requires="p14">
      <p:transition p14:dur="0" advTm="1260"/>
    </mc:Choice>
    <mc:Fallback xmlns="">
      <p:transition advTm="1260"/>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剪去单角 6">
            <a:extLst>
              <a:ext uri="{FF2B5EF4-FFF2-40B4-BE49-F238E27FC236}">
                <a16:creationId xmlns:a16="http://schemas.microsoft.com/office/drawing/2014/main" id="{090DC2B6-60A5-388B-0BEC-885EF4760BEF}"/>
              </a:ext>
            </a:extLst>
          </p:cNvPr>
          <p:cNvSpPr/>
          <p:nvPr/>
        </p:nvSpPr>
        <p:spPr>
          <a:xfrm>
            <a:off x="456510" y="363276"/>
            <a:ext cx="453697" cy="434666"/>
          </a:xfrm>
          <a:prstGeom prst="snip1Rect">
            <a:avLst/>
          </a:prstGeom>
          <a:solidFill>
            <a:srgbClr val="00AF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802295" rtl="0" eaLnBrk="1" latinLnBrk="0" hangingPunct="1">
              <a:defRPr sz="1600" kern="1200">
                <a:solidFill>
                  <a:schemeClr val="lt1"/>
                </a:solidFill>
                <a:latin typeface="+mn-lt"/>
                <a:ea typeface="+mn-ea"/>
                <a:cs typeface="+mn-cs"/>
              </a:defRPr>
            </a:lvl1pPr>
            <a:lvl2pPr marL="401147" algn="l" defTabSz="802295" rtl="0" eaLnBrk="1" latinLnBrk="0" hangingPunct="1">
              <a:defRPr sz="1600" kern="1200">
                <a:solidFill>
                  <a:schemeClr val="lt1"/>
                </a:solidFill>
                <a:latin typeface="+mn-lt"/>
                <a:ea typeface="+mn-ea"/>
                <a:cs typeface="+mn-cs"/>
              </a:defRPr>
            </a:lvl2pPr>
            <a:lvl3pPr marL="802295" algn="l" defTabSz="802295" rtl="0" eaLnBrk="1" latinLnBrk="0" hangingPunct="1">
              <a:defRPr sz="1600" kern="1200">
                <a:solidFill>
                  <a:schemeClr val="lt1"/>
                </a:solidFill>
                <a:latin typeface="+mn-lt"/>
                <a:ea typeface="+mn-ea"/>
                <a:cs typeface="+mn-cs"/>
              </a:defRPr>
            </a:lvl3pPr>
            <a:lvl4pPr marL="1203442" algn="l" defTabSz="802295" rtl="0" eaLnBrk="1" latinLnBrk="0" hangingPunct="1">
              <a:defRPr sz="1600" kern="1200">
                <a:solidFill>
                  <a:schemeClr val="lt1"/>
                </a:solidFill>
                <a:latin typeface="+mn-lt"/>
                <a:ea typeface="+mn-ea"/>
                <a:cs typeface="+mn-cs"/>
              </a:defRPr>
            </a:lvl4pPr>
            <a:lvl5pPr marL="1604589" algn="l" defTabSz="802295" rtl="0" eaLnBrk="1" latinLnBrk="0" hangingPunct="1">
              <a:defRPr sz="1600" kern="1200">
                <a:solidFill>
                  <a:schemeClr val="lt1"/>
                </a:solidFill>
                <a:latin typeface="+mn-lt"/>
                <a:ea typeface="+mn-ea"/>
                <a:cs typeface="+mn-cs"/>
              </a:defRPr>
            </a:lvl5pPr>
            <a:lvl6pPr marL="2005736" algn="l" defTabSz="802295" rtl="0" eaLnBrk="1" latinLnBrk="0" hangingPunct="1">
              <a:defRPr sz="1600" kern="1200">
                <a:solidFill>
                  <a:schemeClr val="lt1"/>
                </a:solidFill>
                <a:latin typeface="+mn-lt"/>
                <a:ea typeface="+mn-ea"/>
                <a:cs typeface="+mn-cs"/>
              </a:defRPr>
            </a:lvl6pPr>
            <a:lvl7pPr marL="2406884" algn="l" defTabSz="802295" rtl="0" eaLnBrk="1" latinLnBrk="0" hangingPunct="1">
              <a:defRPr sz="1600" kern="1200">
                <a:solidFill>
                  <a:schemeClr val="lt1"/>
                </a:solidFill>
                <a:latin typeface="+mn-lt"/>
                <a:ea typeface="+mn-ea"/>
                <a:cs typeface="+mn-cs"/>
              </a:defRPr>
            </a:lvl7pPr>
            <a:lvl8pPr marL="2808031" algn="l" defTabSz="802295" rtl="0" eaLnBrk="1" latinLnBrk="0" hangingPunct="1">
              <a:defRPr sz="1600" kern="1200">
                <a:solidFill>
                  <a:schemeClr val="lt1"/>
                </a:solidFill>
                <a:latin typeface="+mn-lt"/>
                <a:ea typeface="+mn-ea"/>
                <a:cs typeface="+mn-cs"/>
              </a:defRPr>
            </a:lvl8pPr>
            <a:lvl9pPr marL="3209178" algn="l" defTabSz="802295" rtl="0" eaLnBrk="1" latinLnBrk="0" hangingPunct="1">
              <a:defRPr sz="1600" kern="1200">
                <a:solidFill>
                  <a:schemeClr val="lt1"/>
                </a:solidFill>
                <a:latin typeface="+mn-lt"/>
                <a:ea typeface="+mn-ea"/>
                <a:cs typeface="+mn-cs"/>
              </a:defRPr>
            </a:lvl9pPr>
          </a:lstStyle>
          <a:p>
            <a:pPr algn="ctr"/>
            <a:endParaRPr lang="zh-CN" altLang="en-US"/>
          </a:p>
        </p:txBody>
      </p:sp>
      <p:sp>
        <p:nvSpPr>
          <p:cNvPr id="8" name="矩形: 剪去单角 7">
            <a:extLst>
              <a:ext uri="{FF2B5EF4-FFF2-40B4-BE49-F238E27FC236}">
                <a16:creationId xmlns:a16="http://schemas.microsoft.com/office/drawing/2014/main" id="{7C49A1BE-A0E7-7AF3-F4A0-69B94FF892C6}"/>
              </a:ext>
            </a:extLst>
          </p:cNvPr>
          <p:cNvSpPr/>
          <p:nvPr/>
        </p:nvSpPr>
        <p:spPr>
          <a:xfrm>
            <a:off x="384502" y="435284"/>
            <a:ext cx="453697" cy="434666"/>
          </a:xfrm>
          <a:prstGeom prst="snip1Rect">
            <a:avLst/>
          </a:prstGeom>
          <a:solidFill>
            <a:srgbClr val="005EA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802295" rtl="0" eaLnBrk="1" latinLnBrk="0" hangingPunct="1">
              <a:defRPr sz="1600" kern="1200">
                <a:solidFill>
                  <a:schemeClr val="lt1"/>
                </a:solidFill>
                <a:latin typeface="+mn-lt"/>
                <a:ea typeface="+mn-ea"/>
                <a:cs typeface="+mn-cs"/>
              </a:defRPr>
            </a:lvl1pPr>
            <a:lvl2pPr marL="401147" algn="l" defTabSz="802295" rtl="0" eaLnBrk="1" latinLnBrk="0" hangingPunct="1">
              <a:defRPr sz="1600" kern="1200">
                <a:solidFill>
                  <a:schemeClr val="lt1"/>
                </a:solidFill>
                <a:latin typeface="+mn-lt"/>
                <a:ea typeface="+mn-ea"/>
                <a:cs typeface="+mn-cs"/>
              </a:defRPr>
            </a:lvl2pPr>
            <a:lvl3pPr marL="802295" algn="l" defTabSz="802295" rtl="0" eaLnBrk="1" latinLnBrk="0" hangingPunct="1">
              <a:defRPr sz="1600" kern="1200">
                <a:solidFill>
                  <a:schemeClr val="lt1"/>
                </a:solidFill>
                <a:latin typeface="+mn-lt"/>
                <a:ea typeface="+mn-ea"/>
                <a:cs typeface="+mn-cs"/>
              </a:defRPr>
            </a:lvl3pPr>
            <a:lvl4pPr marL="1203442" algn="l" defTabSz="802295" rtl="0" eaLnBrk="1" latinLnBrk="0" hangingPunct="1">
              <a:defRPr sz="1600" kern="1200">
                <a:solidFill>
                  <a:schemeClr val="lt1"/>
                </a:solidFill>
                <a:latin typeface="+mn-lt"/>
                <a:ea typeface="+mn-ea"/>
                <a:cs typeface="+mn-cs"/>
              </a:defRPr>
            </a:lvl4pPr>
            <a:lvl5pPr marL="1604589" algn="l" defTabSz="802295" rtl="0" eaLnBrk="1" latinLnBrk="0" hangingPunct="1">
              <a:defRPr sz="1600" kern="1200">
                <a:solidFill>
                  <a:schemeClr val="lt1"/>
                </a:solidFill>
                <a:latin typeface="+mn-lt"/>
                <a:ea typeface="+mn-ea"/>
                <a:cs typeface="+mn-cs"/>
              </a:defRPr>
            </a:lvl5pPr>
            <a:lvl6pPr marL="2005736" algn="l" defTabSz="802295" rtl="0" eaLnBrk="1" latinLnBrk="0" hangingPunct="1">
              <a:defRPr sz="1600" kern="1200">
                <a:solidFill>
                  <a:schemeClr val="lt1"/>
                </a:solidFill>
                <a:latin typeface="+mn-lt"/>
                <a:ea typeface="+mn-ea"/>
                <a:cs typeface="+mn-cs"/>
              </a:defRPr>
            </a:lvl6pPr>
            <a:lvl7pPr marL="2406884" algn="l" defTabSz="802295" rtl="0" eaLnBrk="1" latinLnBrk="0" hangingPunct="1">
              <a:defRPr sz="1600" kern="1200">
                <a:solidFill>
                  <a:schemeClr val="lt1"/>
                </a:solidFill>
                <a:latin typeface="+mn-lt"/>
                <a:ea typeface="+mn-ea"/>
                <a:cs typeface="+mn-cs"/>
              </a:defRPr>
            </a:lvl7pPr>
            <a:lvl8pPr marL="2808031" algn="l" defTabSz="802295" rtl="0" eaLnBrk="1" latinLnBrk="0" hangingPunct="1">
              <a:defRPr sz="1600" kern="1200">
                <a:solidFill>
                  <a:schemeClr val="lt1"/>
                </a:solidFill>
                <a:latin typeface="+mn-lt"/>
                <a:ea typeface="+mn-ea"/>
                <a:cs typeface="+mn-cs"/>
              </a:defRPr>
            </a:lvl8pPr>
            <a:lvl9pPr marL="3209178" algn="l" defTabSz="802295" rtl="0" eaLnBrk="1" latinLnBrk="0" hangingPunct="1">
              <a:defRPr sz="1600" kern="1200">
                <a:solidFill>
                  <a:schemeClr val="lt1"/>
                </a:solidFill>
                <a:latin typeface="+mn-lt"/>
                <a:ea typeface="+mn-ea"/>
                <a:cs typeface="+mn-cs"/>
              </a:defRPr>
            </a:lvl9pPr>
          </a:lstStyle>
          <a:p>
            <a:pPr algn="ctr"/>
            <a:endParaRPr lang="en-US" altLang="zh-CN" sz="4000" dirty="0">
              <a:latin typeface="方正兰亭准黑_GBK" panose="02000000000000000000" pitchFamily="2" charset="-122"/>
              <a:ea typeface="方正兰亭准黑_GBK" panose="02000000000000000000" pitchFamily="2" charset="-122"/>
            </a:endParaRPr>
          </a:p>
        </p:txBody>
      </p:sp>
      <p:sp>
        <p:nvSpPr>
          <p:cNvPr id="9" name="文本框 8">
            <a:extLst>
              <a:ext uri="{FF2B5EF4-FFF2-40B4-BE49-F238E27FC236}">
                <a16:creationId xmlns:a16="http://schemas.microsoft.com/office/drawing/2014/main" id="{B1AF1609-1A2E-42F7-1CDB-A412B6C665CA}"/>
              </a:ext>
            </a:extLst>
          </p:cNvPr>
          <p:cNvSpPr txBox="1"/>
          <p:nvPr/>
        </p:nvSpPr>
        <p:spPr>
          <a:xfrm>
            <a:off x="982215" y="422115"/>
            <a:ext cx="2809298" cy="375827"/>
          </a:xfrm>
          <a:prstGeom prst="rect">
            <a:avLst/>
          </a:prstGeom>
          <a:noFill/>
        </p:spPr>
        <p:txBody>
          <a:bodyPr wrap="square" lIns="67391" tIns="33696" rIns="67391" bIns="33696" rtlCol="0">
            <a:spAutoFit/>
          </a:bodyPr>
          <a:lstStyle>
            <a:defPPr>
              <a:defRPr lang="zh-CN"/>
            </a:defPPr>
            <a:lvl1pPr marL="0" algn="l" defTabSz="802295" rtl="0" eaLnBrk="1" latinLnBrk="0" hangingPunct="1">
              <a:defRPr sz="1600" kern="1200">
                <a:solidFill>
                  <a:schemeClr val="tx1"/>
                </a:solidFill>
                <a:latin typeface="+mn-lt"/>
                <a:ea typeface="+mn-ea"/>
                <a:cs typeface="+mn-cs"/>
              </a:defRPr>
            </a:lvl1pPr>
            <a:lvl2pPr marL="401147" algn="l" defTabSz="802295" rtl="0" eaLnBrk="1" latinLnBrk="0" hangingPunct="1">
              <a:defRPr sz="1600" kern="1200">
                <a:solidFill>
                  <a:schemeClr val="tx1"/>
                </a:solidFill>
                <a:latin typeface="+mn-lt"/>
                <a:ea typeface="+mn-ea"/>
                <a:cs typeface="+mn-cs"/>
              </a:defRPr>
            </a:lvl2pPr>
            <a:lvl3pPr marL="802295" algn="l" defTabSz="802295" rtl="0" eaLnBrk="1" latinLnBrk="0" hangingPunct="1">
              <a:defRPr sz="1600" kern="1200">
                <a:solidFill>
                  <a:schemeClr val="tx1"/>
                </a:solidFill>
                <a:latin typeface="+mn-lt"/>
                <a:ea typeface="+mn-ea"/>
                <a:cs typeface="+mn-cs"/>
              </a:defRPr>
            </a:lvl3pPr>
            <a:lvl4pPr marL="1203442" algn="l" defTabSz="802295" rtl="0" eaLnBrk="1" latinLnBrk="0" hangingPunct="1">
              <a:defRPr sz="1600" kern="1200">
                <a:solidFill>
                  <a:schemeClr val="tx1"/>
                </a:solidFill>
                <a:latin typeface="+mn-lt"/>
                <a:ea typeface="+mn-ea"/>
                <a:cs typeface="+mn-cs"/>
              </a:defRPr>
            </a:lvl4pPr>
            <a:lvl5pPr marL="1604589" algn="l" defTabSz="802295" rtl="0" eaLnBrk="1" latinLnBrk="0" hangingPunct="1">
              <a:defRPr sz="1600" kern="1200">
                <a:solidFill>
                  <a:schemeClr val="tx1"/>
                </a:solidFill>
                <a:latin typeface="+mn-lt"/>
                <a:ea typeface="+mn-ea"/>
                <a:cs typeface="+mn-cs"/>
              </a:defRPr>
            </a:lvl5pPr>
            <a:lvl6pPr marL="2005736" algn="l" defTabSz="802295" rtl="0" eaLnBrk="1" latinLnBrk="0" hangingPunct="1">
              <a:defRPr sz="1600" kern="1200">
                <a:solidFill>
                  <a:schemeClr val="tx1"/>
                </a:solidFill>
                <a:latin typeface="+mn-lt"/>
                <a:ea typeface="+mn-ea"/>
                <a:cs typeface="+mn-cs"/>
              </a:defRPr>
            </a:lvl6pPr>
            <a:lvl7pPr marL="2406884" algn="l" defTabSz="802295" rtl="0" eaLnBrk="1" latinLnBrk="0" hangingPunct="1">
              <a:defRPr sz="1600" kern="1200">
                <a:solidFill>
                  <a:schemeClr val="tx1"/>
                </a:solidFill>
                <a:latin typeface="+mn-lt"/>
                <a:ea typeface="+mn-ea"/>
                <a:cs typeface="+mn-cs"/>
              </a:defRPr>
            </a:lvl7pPr>
            <a:lvl8pPr marL="2808031" algn="l" defTabSz="802295" rtl="0" eaLnBrk="1" latinLnBrk="0" hangingPunct="1">
              <a:defRPr sz="1600" kern="1200">
                <a:solidFill>
                  <a:schemeClr val="tx1"/>
                </a:solidFill>
                <a:latin typeface="+mn-lt"/>
                <a:ea typeface="+mn-ea"/>
                <a:cs typeface="+mn-cs"/>
              </a:defRPr>
            </a:lvl8pPr>
            <a:lvl9pPr marL="3209178" algn="l" defTabSz="802295" rtl="0" eaLnBrk="1" latinLnBrk="0" hangingPunct="1">
              <a:defRPr sz="1600" kern="1200">
                <a:solidFill>
                  <a:schemeClr val="tx1"/>
                </a:solidFill>
                <a:latin typeface="+mn-lt"/>
                <a:ea typeface="+mn-ea"/>
                <a:cs typeface="+mn-cs"/>
              </a:defRPr>
            </a:lvl9pPr>
          </a:lstStyle>
          <a:p>
            <a:r>
              <a:rPr lang="en-US" altLang="zh-CN" sz="2000" dirty="0">
                <a:solidFill>
                  <a:srgbClr val="2D5593"/>
                </a:solidFill>
                <a:latin typeface="微软雅黑" panose="020B0503020204020204" pitchFamily="34" charset="-122"/>
                <a:ea typeface="微软雅黑" panose="020B0503020204020204" pitchFamily="34" charset="-122"/>
              </a:rPr>
              <a:t>2.1</a:t>
            </a:r>
            <a:r>
              <a:rPr lang="zh-CN" altLang="en-US" sz="2000" dirty="0">
                <a:solidFill>
                  <a:srgbClr val="2D5593"/>
                </a:solidFill>
                <a:latin typeface="微软雅黑" panose="020B0503020204020204" pitchFamily="34" charset="-122"/>
                <a:ea typeface="微软雅黑" panose="020B0503020204020204" pitchFamily="34" charset="-122"/>
              </a:rPr>
              <a:t> 算法流程</a:t>
            </a:r>
            <a:endParaRPr lang="en-US" altLang="zh-CN" sz="2000" dirty="0">
              <a:solidFill>
                <a:srgbClr val="2D5593"/>
              </a:solidFill>
              <a:latin typeface="微软雅黑" panose="020B0503020204020204" pitchFamily="34" charset="-122"/>
              <a:ea typeface="微软雅黑" panose="020B0503020204020204" pitchFamily="34" charset="-122"/>
            </a:endParaRPr>
          </a:p>
        </p:txBody>
      </p:sp>
      <p:sp>
        <p:nvSpPr>
          <p:cNvPr id="2" name="矩形: 剪去单角 1">
            <a:extLst>
              <a:ext uri="{FF2B5EF4-FFF2-40B4-BE49-F238E27FC236}">
                <a16:creationId xmlns:a16="http://schemas.microsoft.com/office/drawing/2014/main" id="{7346DA54-D538-E482-1565-D1506D8D3887}"/>
              </a:ext>
            </a:extLst>
          </p:cNvPr>
          <p:cNvSpPr/>
          <p:nvPr/>
        </p:nvSpPr>
        <p:spPr>
          <a:xfrm>
            <a:off x="344306" y="2752641"/>
            <a:ext cx="1497737" cy="1646411"/>
          </a:xfrm>
          <a:prstGeom prst="snip1Rect">
            <a:avLst/>
          </a:prstGeom>
          <a:solidFill>
            <a:srgbClr val="00AF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802295" rtl="0" eaLnBrk="1" latinLnBrk="0" hangingPunct="1">
              <a:defRPr sz="1600" kern="1200">
                <a:solidFill>
                  <a:schemeClr val="lt1"/>
                </a:solidFill>
                <a:latin typeface="+mn-lt"/>
                <a:ea typeface="+mn-ea"/>
                <a:cs typeface="+mn-cs"/>
              </a:defRPr>
            </a:lvl1pPr>
            <a:lvl2pPr marL="401147" algn="l" defTabSz="802295" rtl="0" eaLnBrk="1" latinLnBrk="0" hangingPunct="1">
              <a:defRPr sz="1600" kern="1200">
                <a:solidFill>
                  <a:schemeClr val="lt1"/>
                </a:solidFill>
                <a:latin typeface="+mn-lt"/>
                <a:ea typeface="+mn-ea"/>
                <a:cs typeface="+mn-cs"/>
              </a:defRPr>
            </a:lvl2pPr>
            <a:lvl3pPr marL="802295" algn="l" defTabSz="802295" rtl="0" eaLnBrk="1" latinLnBrk="0" hangingPunct="1">
              <a:defRPr sz="1600" kern="1200">
                <a:solidFill>
                  <a:schemeClr val="lt1"/>
                </a:solidFill>
                <a:latin typeface="+mn-lt"/>
                <a:ea typeface="+mn-ea"/>
                <a:cs typeface="+mn-cs"/>
              </a:defRPr>
            </a:lvl3pPr>
            <a:lvl4pPr marL="1203442" algn="l" defTabSz="802295" rtl="0" eaLnBrk="1" latinLnBrk="0" hangingPunct="1">
              <a:defRPr sz="1600" kern="1200">
                <a:solidFill>
                  <a:schemeClr val="lt1"/>
                </a:solidFill>
                <a:latin typeface="+mn-lt"/>
                <a:ea typeface="+mn-ea"/>
                <a:cs typeface="+mn-cs"/>
              </a:defRPr>
            </a:lvl4pPr>
            <a:lvl5pPr marL="1604589" algn="l" defTabSz="802295" rtl="0" eaLnBrk="1" latinLnBrk="0" hangingPunct="1">
              <a:defRPr sz="1600" kern="1200">
                <a:solidFill>
                  <a:schemeClr val="lt1"/>
                </a:solidFill>
                <a:latin typeface="+mn-lt"/>
                <a:ea typeface="+mn-ea"/>
                <a:cs typeface="+mn-cs"/>
              </a:defRPr>
            </a:lvl5pPr>
            <a:lvl6pPr marL="2005736" algn="l" defTabSz="802295" rtl="0" eaLnBrk="1" latinLnBrk="0" hangingPunct="1">
              <a:defRPr sz="1600" kern="1200">
                <a:solidFill>
                  <a:schemeClr val="lt1"/>
                </a:solidFill>
                <a:latin typeface="+mn-lt"/>
                <a:ea typeface="+mn-ea"/>
                <a:cs typeface="+mn-cs"/>
              </a:defRPr>
            </a:lvl6pPr>
            <a:lvl7pPr marL="2406884" algn="l" defTabSz="802295" rtl="0" eaLnBrk="1" latinLnBrk="0" hangingPunct="1">
              <a:defRPr sz="1600" kern="1200">
                <a:solidFill>
                  <a:schemeClr val="lt1"/>
                </a:solidFill>
                <a:latin typeface="+mn-lt"/>
                <a:ea typeface="+mn-ea"/>
                <a:cs typeface="+mn-cs"/>
              </a:defRPr>
            </a:lvl7pPr>
            <a:lvl8pPr marL="2808031" algn="l" defTabSz="802295" rtl="0" eaLnBrk="1" latinLnBrk="0" hangingPunct="1">
              <a:defRPr sz="1600" kern="1200">
                <a:solidFill>
                  <a:schemeClr val="lt1"/>
                </a:solidFill>
                <a:latin typeface="+mn-lt"/>
                <a:ea typeface="+mn-ea"/>
                <a:cs typeface="+mn-cs"/>
              </a:defRPr>
            </a:lvl8pPr>
            <a:lvl9pPr marL="3209178" algn="l" defTabSz="802295" rtl="0" eaLnBrk="1" latinLnBrk="0" hangingPunct="1">
              <a:defRPr sz="1600" kern="1200">
                <a:solidFill>
                  <a:schemeClr val="lt1"/>
                </a:solidFill>
                <a:latin typeface="+mn-lt"/>
                <a:ea typeface="+mn-ea"/>
                <a:cs typeface="+mn-cs"/>
              </a:defRPr>
            </a:lvl9pPr>
          </a:lstStyle>
          <a:p>
            <a:pPr algn="ctr"/>
            <a:endParaRPr lang="zh-CN" altLang="en-US"/>
          </a:p>
        </p:txBody>
      </p:sp>
      <p:sp>
        <p:nvSpPr>
          <p:cNvPr id="3" name="矩形: 剪去单角 2">
            <a:extLst>
              <a:ext uri="{FF2B5EF4-FFF2-40B4-BE49-F238E27FC236}">
                <a16:creationId xmlns:a16="http://schemas.microsoft.com/office/drawing/2014/main" id="{92004650-9640-0875-ABCF-17B8ABDBD4A1}"/>
              </a:ext>
            </a:extLst>
          </p:cNvPr>
          <p:cNvSpPr/>
          <p:nvPr/>
        </p:nvSpPr>
        <p:spPr>
          <a:xfrm>
            <a:off x="272298" y="2824649"/>
            <a:ext cx="1497737" cy="1646411"/>
          </a:xfrm>
          <a:prstGeom prst="snip1Rect">
            <a:avLst/>
          </a:prstGeom>
          <a:solidFill>
            <a:srgbClr val="005EA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802295" rtl="0" eaLnBrk="1" latinLnBrk="0" hangingPunct="1">
              <a:defRPr sz="1600" kern="1200">
                <a:solidFill>
                  <a:schemeClr val="lt1"/>
                </a:solidFill>
                <a:latin typeface="+mn-lt"/>
                <a:ea typeface="+mn-ea"/>
                <a:cs typeface="+mn-cs"/>
              </a:defRPr>
            </a:lvl1pPr>
            <a:lvl2pPr marL="401147" algn="l" defTabSz="802295" rtl="0" eaLnBrk="1" latinLnBrk="0" hangingPunct="1">
              <a:defRPr sz="1600" kern="1200">
                <a:solidFill>
                  <a:schemeClr val="lt1"/>
                </a:solidFill>
                <a:latin typeface="+mn-lt"/>
                <a:ea typeface="+mn-ea"/>
                <a:cs typeface="+mn-cs"/>
              </a:defRPr>
            </a:lvl2pPr>
            <a:lvl3pPr marL="802295" algn="l" defTabSz="802295" rtl="0" eaLnBrk="1" latinLnBrk="0" hangingPunct="1">
              <a:defRPr sz="1600" kern="1200">
                <a:solidFill>
                  <a:schemeClr val="lt1"/>
                </a:solidFill>
                <a:latin typeface="+mn-lt"/>
                <a:ea typeface="+mn-ea"/>
                <a:cs typeface="+mn-cs"/>
              </a:defRPr>
            </a:lvl3pPr>
            <a:lvl4pPr marL="1203442" algn="l" defTabSz="802295" rtl="0" eaLnBrk="1" latinLnBrk="0" hangingPunct="1">
              <a:defRPr sz="1600" kern="1200">
                <a:solidFill>
                  <a:schemeClr val="lt1"/>
                </a:solidFill>
                <a:latin typeface="+mn-lt"/>
                <a:ea typeface="+mn-ea"/>
                <a:cs typeface="+mn-cs"/>
              </a:defRPr>
            </a:lvl4pPr>
            <a:lvl5pPr marL="1604589" algn="l" defTabSz="802295" rtl="0" eaLnBrk="1" latinLnBrk="0" hangingPunct="1">
              <a:defRPr sz="1600" kern="1200">
                <a:solidFill>
                  <a:schemeClr val="lt1"/>
                </a:solidFill>
                <a:latin typeface="+mn-lt"/>
                <a:ea typeface="+mn-ea"/>
                <a:cs typeface="+mn-cs"/>
              </a:defRPr>
            </a:lvl5pPr>
            <a:lvl6pPr marL="2005736" algn="l" defTabSz="802295" rtl="0" eaLnBrk="1" latinLnBrk="0" hangingPunct="1">
              <a:defRPr sz="1600" kern="1200">
                <a:solidFill>
                  <a:schemeClr val="lt1"/>
                </a:solidFill>
                <a:latin typeface="+mn-lt"/>
                <a:ea typeface="+mn-ea"/>
                <a:cs typeface="+mn-cs"/>
              </a:defRPr>
            </a:lvl6pPr>
            <a:lvl7pPr marL="2406884" algn="l" defTabSz="802295" rtl="0" eaLnBrk="1" latinLnBrk="0" hangingPunct="1">
              <a:defRPr sz="1600" kern="1200">
                <a:solidFill>
                  <a:schemeClr val="lt1"/>
                </a:solidFill>
                <a:latin typeface="+mn-lt"/>
                <a:ea typeface="+mn-ea"/>
                <a:cs typeface="+mn-cs"/>
              </a:defRPr>
            </a:lvl7pPr>
            <a:lvl8pPr marL="2808031" algn="l" defTabSz="802295" rtl="0" eaLnBrk="1" latinLnBrk="0" hangingPunct="1">
              <a:defRPr sz="1600" kern="1200">
                <a:solidFill>
                  <a:schemeClr val="lt1"/>
                </a:solidFill>
                <a:latin typeface="+mn-lt"/>
                <a:ea typeface="+mn-ea"/>
                <a:cs typeface="+mn-cs"/>
              </a:defRPr>
            </a:lvl8pPr>
            <a:lvl9pPr marL="3209178" algn="l" defTabSz="802295" rtl="0" eaLnBrk="1" latinLnBrk="0" hangingPunct="1">
              <a:defRPr sz="1600" kern="1200">
                <a:solidFill>
                  <a:schemeClr val="lt1"/>
                </a:solidFill>
                <a:latin typeface="+mn-lt"/>
                <a:ea typeface="+mn-ea"/>
                <a:cs typeface="+mn-cs"/>
              </a:defRPr>
            </a:lvl9pPr>
          </a:lstStyle>
          <a:p>
            <a:pPr algn="ctr"/>
            <a:r>
              <a:rPr lang="zh-CN" altLang="en-US" sz="3200" dirty="0">
                <a:latin typeface="方正兰亭准黑_GBK" panose="02000000000000000000" pitchFamily="2" charset="-122"/>
                <a:ea typeface="方正兰亭准黑_GBK" panose="02000000000000000000" pitchFamily="2" charset="-122"/>
              </a:rPr>
              <a:t>数据文件</a:t>
            </a:r>
            <a:endParaRPr lang="en-US" altLang="zh-CN" sz="3200" dirty="0">
              <a:latin typeface="方正兰亭准黑_GBK" panose="02000000000000000000" pitchFamily="2" charset="-122"/>
              <a:ea typeface="方正兰亭准黑_GBK" panose="02000000000000000000" pitchFamily="2" charset="-122"/>
            </a:endParaRPr>
          </a:p>
        </p:txBody>
      </p:sp>
      <p:sp>
        <p:nvSpPr>
          <p:cNvPr id="4" name="Freeform 26">
            <a:extLst>
              <a:ext uri="{FF2B5EF4-FFF2-40B4-BE49-F238E27FC236}">
                <a16:creationId xmlns:a16="http://schemas.microsoft.com/office/drawing/2014/main" id="{2A89568C-C7AA-F6FA-D8B9-2B61C61EA052}"/>
              </a:ext>
            </a:extLst>
          </p:cNvPr>
          <p:cNvSpPr/>
          <p:nvPr/>
        </p:nvSpPr>
        <p:spPr bwMode="auto">
          <a:xfrm rot="10800000">
            <a:off x="1914051" y="3348841"/>
            <a:ext cx="610067" cy="730672"/>
          </a:xfrm>
          <a:prstGeom prst="leftArrow">
            <a:avLst/>
          </a:prstGeom>
          <a:solidFill>
            <a:srgbClr val="0070C0"/>
          </a:solidFill>
          <a:ln>
            <a:noFill/>
          </a:ln>
        </p:spPr>
        <p:txBody>
          <a:bodyPr vert="horz" wrap="square" lIns="67391" tIns="33696" rIns="67391" bIns="33696" numCol="1" anchor="t" anchorCtr="0" compatLnSpc="1"/>
          <a:lstStyle>
            <a:defPPr>
              <a:defRPr lang="zh-CN"/>
            </a:defPPr>
            <a:lvl1pPr marL="0" algn="l" defTabSz="802295" rtl="0" eaLnBrk="1" latinLnBrk="0" hangingPunct="1">
              <a:defRPr sz="1600" kern="1200">
                <a:solidFill>
                  <a:schemeClr val="tx1"/>
                </a:solidFill>
                <a:latin typeface="+mn-lt"/>
                <a:ea typeface="+mn-ea"/>
                <a:cs typeface="+mn-cs"/>
              </a:defRPr>
            </a:lvl1pPr>
            <a:lvl2pPr marL="401147" algn="l" defTabSz="802295" rtl="0" eaLnBrk="1" latinLnBrk="0" hangingPunct="1">
              <a:defRPr sz="1600" kern="1200">
                <a:solidFill>
                  <a:schemeClr val="tx1"/>
                </a:solidFill>
                <a:latin typeface="+mn-lt"/>
                <a:ea typeface="+mn-ea"/>
                <a:cs typeface="+mn-cs"/>
              </a:defRPr>
            </a:lvl2pPr>
            <a:lvl3pPr marL="802295" algn="l" defTabSz="802295" rtl="0" eaLnBrk="1" latinLnBrk="0" hangingPunct="1">
              <a:defRPr sz="1600" kern="1200">
                <a:solidFill>
                  <a:schemeClr val="tx1"/>
                </a:solidFill>
                <a:latin typeface="+mn-lt"/>
                <a:ea typeface="+mn-ea"/>
                <a:cs typeface="+mn-cs"/>
              </a:defRPr>
            </a:lvl3pPr>
            <a:lvl4pPr marL="1203442" algn="l" defTabSz="802295" rtl="0" eaLnBrk="1" latinLnBrk="0" hangingPunct="1">
              <a:defRPr sz="1600" kern="1200">
                <a:solidFill>
                  <a:schemeClr val="tx1"/>
                </a:solidFill>
                <a:latin typeface="+mn-lt"/>
                <a:ea typeface="+mn-ea"/>
                <a:cs typeface="+mn-cs"/>
              </a:defRPr>
            </a:lvl4pPr>
            <a:lvl5pPr marL="1604589" algn="l" defTabSz="802295" rtl="0" eaLnBrk="1" latinLnBrk="0" hangingPunct="1">
              <a:defRPr sz="1600" kern="1200">
                <a:solidFill>
                  <a:schemeClr val="tx1"/>
                </a:solidFill>
                <a:latin typeface="+mn-lt"/>
                <a:ea typeface="+mn-ea"/>
                <a:cs typeface="+mn-cs"/>
              </a:defRPr>
            </a:lvl5pPr>
            <a:lvl6pPr marL="2005736" algn="l" defTabSz="802295" rtl="0" eaLnBrk="1" latinLnBrk="0" hangingPunct="1">
              <a:defRPr sz="1600" kern="1200">
                <a:solidFill>
                  <a:schemeClr val="tx1"/>
                </a:solidFill>
                <a:latin typeface="+mn-lt"/>
                <a:ea typeface="+mn-ea"/>
                <a:cs typeface="+mn-cs"/>
              </a:defRPr>
            </a:lvl6pPr>
            <a:lvl7pPr marL="2406884" algn="l" defTabSz="802295" rtl="0" eaLnBrk="1" latinLnBrk="0" hangingPunct="1">
              <a:defRPr sz="1600" kern="1200">
                <a:solidFill>
                  <a:schemeClr val="tx1"/>
                </a:solidFill>
                <a:latin typeface="+mn-lt"/>
                <a:ea typeface="+mn-ea"/>
                <a:cs typeface="+mn-cs"/>
              </a:defRPr>
            </a:lvl7pPr>
            <a:lvl8pPr marL="2808031" algn="l" defTabSz="802295" rtl="0" eaLnBrk="1" latinLnBrk="0" hangingPunct="1">
              <a:defRPr sz="1600" kern="1200">
                <a:solidFill>
                  <a:schemeClr val="tx1"/>
                </a:solidFill>
                <a:latin typeface="+mn-lt"/>
                <a:ea typeface="+mn-ea"/>
                <a:cs typeface="+mn-cs"/>
              </a:defRPr>
            </a:lvl8pPr>
            <a:lvl9pPr marL="3209178" algn="l" defTabSz="802295" rtl="0" eaLnBrk="1" latinLnBrk="0" hangingPunct="1">
              <a:defRPr sz="1600" kern="1200">
                <a:solidFill>
                  <a:schemeClr val="tx1"/>
                </a:solidFill>
                <a:latin typeface="+mn-lt"/>
                <a:ea typeface="+mn-ea"/>
                <a:cs typeface="+mn-cs"/>
              </a:defRPr>
            </a:lvl9pPr>
          </a:lstStyle>
          <a:p>
            <a:endParaRPr lang="id-ID">
              <a:latin typeface="微软雅黑" panose="020B0503020204020204" pitchFamily="34" charset="-122"/>
              <a:ea typeface="微软雅黑" panose="020B0503020204020204" pitchFamily="34" charset="-122"/>
            </a:endParaRPr>
          </a:p>
        </p:txBody>
      </p:sp>
      <p:sp>
        <p:nvSpPr>
          <p:cNvPr id="5" name="矩形 4">
            <a:extLst>
              <a:ext uri="{FF2B5EF4-FFF2-40B4-BE49-F238E27FC236}">
                <a16:creationId xmlns:a16="http://schemas.microsoft.com/office/drawing/2014/main" id="{F135776C-CEC6-1517-9C16-0D02ED0E09EB}"/>
              </a:ext>
            </a:extLst>
          </p:cNvPr>
          <p:cNvSpPr/>
          <p:nvPr/>
        </p:nvSpPr>
        <p:spPr>
          <a:xfrm>
            <a:off x="2596125" y="1440052"/>
            <a:ext cx="6999749" cy="4548250"/>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Freeform 26">
            <a:extLst>
              <a:ext uri="{FF2B5EF4-FFF2-40B4-BE49-F238E27FC236}">
                <a16:creationId xmlns:a16="http://schemas.microsoft.com/office/drawing/2014/main" id="{5824A454-EDC7-26D4-AEFB-A36AFDE0F45D}"/>
              </a:ext>
            </a:extLst>
          </p:cNvPr>
          <p:cNvSpPr/>
          <p:nvPr/>
        </p:nvSpPr>
        <p:spPr bwMode="auto">
          <a:xfrm rot="10800000">
            <a:off x="9667881" y="3348842"/>
            <a:ext cx="610067" cy="730672"/>
          </a:xfrm>
          <a:prstGeom prst="leftArrow">
            <a:avLst/>
          </a:prstGeom>
          <a:solidFill>
            <a:srgbClr val="0070C0"/>
          </a:solidFill>
          <a:ln>
            <a:noFill/>
          </a:ln>
        </p:spPr>
        <p:txBody>
          <a:bodyPr vert="horz" wrap="square" lIns="67391" tIns="33696" rIns="67391" bIns="33696" numCol="1" anchor="t" anchorCtr="0" compatLnSpc="1"/>
          <a:lstStyle>
            <a:defPPr>
              <a:defRPr lang="zh-CN"/>
            </a:defPPr>
            <a:lvl1pPr marL="0" algn="l" defTabSz="802295" rtl="0" eaLnBrk="1" latinLnBrk="0" hangingPunct="1">
              <a:defRPr sz="1600" kern="1200">
                <a:solidFill>
                  <a:schemeClr val="tx1"/>
                </a:solidFill>
                <a:latin typeface="+mn-lt"/>
                <a:ea typeface="+mn-ea"/>
                <a:cs typeface="+mn-cs"/>
              </a:defRPr>
            </a:lvl1pPr>
            <a:lvl2pPr marL="401147" algn="l" defTabSz="802295" rtl="0" eaLnBrk="1" latinLnBrk="0" hangingPunct="1">
              <a:defRPr sz="1600" kern="1200">
                <a:solidFill>
                  <a:schemeClr val="tx1"/>
                </a:solidFill>
                <a:latin typeface="+mn-lt"/>
                <a:ea typeface="+mn-ea"/>
                <a:cs typeface="+mn-cs"/>
              </a:defRPr>
            </a:lvl2pPr>
            <a:lvl3pPr marL="802295" algn="l" defTabSz="802295" rtl="0" eaLnBrk="1" latinLnBrk="0" hangingPunct="1">
              <a:defRPr sz="1600" kern="1200">
                <a:solidFill>
                  <a:schemeClr val="tx1"/>
                </a:solidFill>
                <a:latin typeface="+mn-lt"/>
                <a:ea typeface="+mn-ea"/>
                <a:cs typeface="+mn-cs"/>
              </a:defRPr>
            </a:lvl3pPr>
            <a:lvl4pPr marL="1203442" algn="l" defTabSz="802295" rtl="0" eaLnBrk="1" latinLnBrk="0" hangingPunct="1">
              <a:defRPr sz="1600" kern="1200">
                <a:solidFill>
                  <a:schemeClr val="tx1"/>
                </a:solidFill>
                <a:latin typeface="+mn-lt"/>
                <a:ea typeface="+mn-ea"/>
                <a:cs typeface="+mn-cs"/>
              </a:defRPr>
            </a:lvl4pPr>
            <a:lvl5pPr marL="1604589" algn="l" defTabSz="802295" rtl="0" eaLnBrk="1" latinLnBrk="0" hangingPunct="1">
              <a:defRPr sz="1600" kern="1200">
                <a:solidFill>
                  <a:schemeClr val="tx1"/>
                </a:solidFill>
                <a:latin typeface="+mn-lt"/>
                <a:ea typeface="+mn-ea"/>
                <a:cs typeface="+mn-cs"/>
              </a:defRPr>
            </a:lvl5pPr>
            <a:lvl6pPr marL="2005736" algn="l" defTabSz="802295" rtl="0" eaLnBrk="1" latinLnBrk="0" hangingPunct="1">
              <a:defRPr sz="1600" kern="1200">
                <a:solidFill>
                  <a:schemeClr val="tx1"/>
                </a:solidFill>
                <a:latin typeface="+mn-lt"/>
                <a:ea typeface="+mn-ea"/>
                <a:cs typeface="+mn-cs"/>
              </a:defRPr>
            </a:lvl6pPr>
            <a:lvl7pPr marL="2406884" algn="l" defTabSz="802295" rtl="0" eaLnBrk="1" latinLnBrk="0" hangingPunct="1">
              <a:defRPr sz="1600" kern="1200">
                <a:solidFill>
                  <a:schemeClr val="tx1"/>
                </a:solidFill>
                <a:latin typeface="+mn-lt"/>
                <a:ea typeface="+mn-ea"/>
                <a:cs typeface="+mn-cs"/>
              </a:defRPr>
            </a:lvl7pPr>
            <a:lvl8pPr marL="2808031" algn="l" defTabSz="802295" rtl="0" eaLnBrk="1" latinLnBrk="0" hangingPunct="1">
              <a:defRPr sz="1600" kern="1200">
                <a:solidFill>
                  <a:schemeClr val="tx1"/>
                </a:solidFill>
                <a:latin typeface="+mn-lt"/>
                <a:ea typeface="+mn-ea"/>
                <a:cs typeface="+mn-cs"/>
              </a:defRPr>
            </a:lvl8pPr>
            <a:lvl9pPr marL="3209178" algn="l" defTabSz="802295" rtl="0" eaLnBrk="1" latinLnBrk="0" hangingPunct="1">
              <a:defRPr sz="1600" kern="1200">
                <a:solidFill>
                  <a:schemeClr val="tx1"/>
                </a:solidFill>
                <a:latin typeface="+mn-lt"/>
                <a:ea typeface="+mn-ea"/>
                <a:cs typeface="+mn-cs"/>
              </a:defRPr>
            </a:lvl9pPr>
          </a:lstStyle>
          <a:p>
            <a:endParaRPr lang="id-ID">
              <a:latin typeface="微软雅黑" panose="020B0503020204020204" pitchFamily="34" charset="-122"/>
              <a:ea typeface="微软雅黑" panose="020B0503020204020204" pitchFamily="34" charset="-122"/>
            </a:endParaRPr>
          </a:p>
        </p:txBody>
      </p:sp>
      <p:sp>
        <p:nvSpPr>
          <p:cNvPr id="10" name="矩形: 剪去单角 9">
            <a:extLst>
              <a:ext uri="{FF2B5EF4-FFF2-40B4-BE49-F238E27FC236}">
                <a16:creationId xmlns:a16="http://schemas.microsoft.com/office/drawing/2014/main" id="{34715145-119E-A193-7F28-FC2E59324537}"/>
              </a:ext>
            </a:extLst>
          </p:cNvPr>
          <p:cNvSpPr/>
          <p:nvPr/>
        </p:nvSpPr>
        <p:spPr>
          <a:xfrm>
            <a:off x="10421963" y="2752641"/>
            <a:ext cx="1497737" cy="1646411"/>
          </a:xfrm>
          <a:prstGeom prst="snip1Rect">
            <a:avLst/>
          </a:prstGeom>
          <a:solidFill>
            <a:srgbClr val="00AF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802295" rtl="0" eaLnBrk="1" latinLnBrk="0" hangingPunct="1">
              <a:defRPr sz="1600" kern="1200">
                <a:solidFill>
                  <a:schemeClr val="lt1"/>
                </a:solidFill>
                <a:latin typeface="+mn-lt"/>
                <a:ea typeface="+mn-ea"/>
                <a:cs typeface="+mn-cs"/>
              </a:defRPr>
            </a:lvl1pPr>
            <a:lvl2pPr marL="401147" algn="l" defTabSz="802295" rtl="0" eaLnBrk="1" latinLnBrk="0" hangingPunct="1">
              <a:defRPr sz="1600" kern="1200">
                <a:solidFill>
                  <a:schemeClr val="lt1"/>
                </a:solidFill>
                <a:latin typeface="+mn-lt"/>
                <a:ea typeface="+mn-ea"/>
                <a:cs typeface="+mn-cs"/>
              </a:defRPr>
            </a:lvl2pPr>
            <a:lvl3pPr marL="802295" algn="l" defTabSz="802295" rtl="0" eaLnBrk="1" latinLnBrk="0" hangingPunct="1">
              <a:defRPr sz="1600" kern="1200">
                <a:solidFill>
                  <a:schemeClr val="lt1"/>
                </a:solidFill>
                <a:latin typeface="+mn-lt"/>
                <a:ea typeface="+mn-ea"/>
                <a:cs typeface="+mn-cs"/>
              </a:defRPr>
            </a:lvl3pPr>
            <a:lvl4pPr marL="1203442" algn="l" defTabSz="802295" rtl="0" eaLnBrk="1" latinLnBrk="0" hangingPunct="1">
              <a:defRPr sz="1600" kern="1200">
                <a:solidFill>
                  <a:schemeClr val="lt1"/>
                </a:solidFill>
                <a:latin typeface="+mn-lt"/>
                <a:ea typeface="+mn-ea"/>
                <a:cs typeface="+mn-cs"/>
              </a:defRPr>
            </a:lvl4pPr>
            <a:lvl5pPr marL="1604589" algn="l" defTabSz="802295" rtl="0" eaLnBrk="1" latinLnBrk="0" hangingPunct="1">
              <a:defRPr sz="1600" kern="1200">
                <a:solidFill>
                  <a:schemeClr val="lt1"/>
                </a:solidFill>
                <a:latin typeface="+mn-lt"/>
                <a:ea typeface="+mn-ea"/>
                <a:cs typeface="+mn-cs"/>
              </a:defRPr>
            </a:lvl5pPr>
            <a:lvl6pPr marL="2005736" algn="l" defTabSz="802295" rtl="0" eaLnBrk="1" latinLnBrk="0" hangingPunct="1">
              <a:defRPr sz="1600" kern="1200">
                <a:solidFill>
                  <a:schemeClr val="lt1"/>
                </a:solidFill>
                <a:latin typeface="+mn-lt"/>
                <a:ea typeface="+mn-ea"/>
                <a:cs typeface="+mn-cs"/>
              </a:defRPr>
            </a:lvl6pPr>
            <a:lvl7pPr marL="2406884" algn="l" defTabSz="802295" rtl="0" eaLnBrk="1" latinLnBrk="0" hangingPunct="1">
              <a:defRPr sz="1600" kern="1200">
                <a:solidFill>
                  <a:schemeClr val="lt1"/>
                </a:solidFill>
                <a:latin typeface="+mn-lt"/>
                <a:ea typeface="+mn-ea"/>
                <a:cs typeface="+mn-cs"/>
              </a:defRPr>
            </a:lvl7pPr>
            <a:lvl8pPr marL="2808031" algn="l" defTabSz="802295" rtl="0" eaLnBrk="1" latinLnBrk="0" hangingPunct="1">
              <a:defRPr sz="1600" kern="1200">
                <a:solidFill>
                  <a:schemeClr val="lt1"/>
                </a:solidFill>
                <a:latin typeface="+mn-lt"/>
                <a:ea typeface="+mn-ea"/>
                <a:cs typeface="+mn-cs"/>
              </a:defRPr>
            </a:lvl8pPr>
            <a:lvl9pPr marL="3209178" algn="l" defTabSz="802295" rtl="0" eaLnBrk="1" latinLnBrk="0" hangingPunct="1">
              <a:defRPr sz="1600" kern="1200">
                <a:solidFill>
                  <a:schemeClr val="lt1"/>
                </a:solidFill>
                <a:latin typeface="+mn-lt"/>
                <a:ea typeface="+mn-ea"/>
                <a:cs typeface="+mn-cs"/>
              </a:defRPr>
            </a:lvl9pPr>
          </a:lstStyle>
          <a:p>
            <a:pPr algn="ctr"/>
            <a:endParaRPr lang="zh-CN" altLang="en-US"/>
          </a:p>
        </p:txBody>
      </p:sp>
      <p:sp>
        <p:nvSpPr>
          <p:cNvPr id="11" name="矩形: 剪去单角 10">
            <a:extLst>
              <a:ext uri="{FF2B5EF4-FFF2-40B4-BE49-F238E27FC236}">
                <a16:creationId xmlns:a16="http://schemas.microsoft.com/office/drawing/2014/main" id="{CBCB1F8B-8F0E-06F7-591A-31809F053F60}"/>
              </a:ext>
            </a:extLst>
          </p:cNvPr>
          <p:cNvSpPr/>
          <p:nvPr/>
        </p:nvSpPr>
        <p:spPr>
          <a:xfrm>
            <a:off x="10349955" y="2824649"/>
            <a:ext cx="1497737" cy="1646411"/>
          </a:xfrm>
          <a:prstGeom prst="snip1Rect">
            <a:avLst/>
          </a:prstGeom>
          <a:solidFill>
            <a:srgbClr val="005EA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802295" rtl="0" eaLnBrk="1" latinLnBrk="0" hangingPunct="1">
              <a:defRPr sz="1600" kern="1200">
                <a:solidFill>
                  <a:schemeClr val="lt1"/>
                </a:solidFill>
                <a:latin typeface="+mn-lt"/>
                <a:ea typeface="+mn-ea"/>
                <a:cs typeface="+mn-cs"/>
              </a:defRPr>
            </a:lvl1pPr>
            <a:lvl2pPr marL="401147" algn="l" defTabSz="802295" rtl="0" eaLnBrk="1" latinLnBrk="0" hangingPunct="1">
              <a:defRPr sz="1600" kern="1200">
                <a:solidFill>
                  <a:schemeClr val="lt1"/>
                </a:solidFill>
                <a:latin typeface="+mn-lt"/>
                <a:ea typeface="+mn-ea"/>
                <a:cs typeface="+mn-cs"/>
              </a:defRPr>
            </a:lvl2pPr>
            <a:lvl3pPr marL="802295" algn="l" defTabSz="802295" rtl="0" eaLnBrk="1" latinLnBrk="0" hangingPunct="1">
              <a:defRPr sz="1600" kern="1200">
                <a:solidFill>
                  <a:schemeClr val="lt1"/>
                </a:solidFill>
                <a:latin typeface="+mn-lt"/>
                <a:ea typeface="+mn-ea"/>
                <a:cs typeface="+mn-cs"/>
              </a:defRPr>
            </a:lvl3pPr>
            <a:lvl4pPr marL="1203442" algn="l" defTabSz="802295" rtl="0" eaLnBrk="1" latinLnBrk="0" hangingPunct="1">
              <a:defRPr sz="1600" kern="1200">
                <a:solidFill>
                  <a:schemeClr val="lt1"/>
                </a:solidFill>
                <a:latin typeface="+mn-lt"/>
                <a:ea typeface="+mn-ea"/>
                <a:cs typeface="+mn-cs"/>
              </a:defRPr>
            </a:lvl4pPr>
            <a:lvl5pPr marL="1604589" algn="l" defTabSz="802295" rtl="0" eaLnBrk="1" latinLnBrk="0" hangingPunct="1">
              <a:defRPr sz="1600" kern="1200">
                <a:solidFill>
                  <a:schemeClr val="lt1"/>
                </a:solidFill>
                <a:latin typeface="+mn-lt"/>
                <a:ea typeface="+mn-ea"/>
                <a:cs typeface="+mn-cs"/>
              </a:defRPr>
            </a:lvl5pPr>
            <a:lvl6pPr marL="2005736" algn="l" defTabSz="802295" rtl="0" eaLnBrk="1" latinLnBrk="0" hangingPunct="1">
              <a:defRPr sz="1600" kern="1200">
                <a:solidFill>
                  <a:schemeClr val="lt1"/>
                </a:solidFill>
                <a:latin typeface="+mn-lt"/>
                <a:ea typeface="+mn-ea"/>
                <a:cs typeface="+mn-cs"/>
              </a:defRPr>
            </a:lvl6pPr>
            <a:lvl7pPr marL="2406884" algn="l" defTabSz="802295" rtl="0" eaLnBrk="1" latinLnBrk="0" hangingPunct="1">
              <a:defRPr sz="1600" kern="1200">
                <a:solidFill>
                  <a:schemeClr val="lt1"/>
                </a:solidFill>
                <a:latin typeface="+mn-lt"/>
                <a:ea typeface="+mn-ea"/>
                <a:cs typeface="+mn-cs"/>
              </a:defRPr>
            </a:lvl7pPr>
            <a:lvl8pPr marL="2808031" algn="l" defTabSz="802295" rtl="0" eaLnBrk="1" latinLnBrk="0" hangingPunct="1">
              <a:defRPr sz="1600" kern="1200">
                <a:solidFill>
                  <a:schemeClr val="lt1"/>
                </a:solidFill>
                <a:latin typeface="+mn-lt"/>
                <a:ea typeface="+mn-ea"/>
                <a:cs typeface="+mn-cs"/>
              </a:defRPr>
            </a:lvl8pPr>
            <a:lvl9pPr marL="3209178" algn="l" defTabSz="802295" rtl="0" eaLnBrk="1" latinLnBrk="0" hangingPunct="1">
              <a:defRPr sz="1600" kern="1200">
                <a:solidFill>
                  <a:schemeClr val="lt1"/>
                </a:solidFill>
                <a:latin typeface="+mn-lt"/>
                <a:ea typeface="+mn-ea"/>
                <a:cs typeface="+mn-cs"/>
              </a:defRPr>
            </a:lvl9pPr>
          </a:lstStyle>
          <a:p>
            <a:pPr algn="ctr"/>
            <a:r>
              <a:rPr lang="zh-CN" altLang="en-US" sz="3200" dirty="0">
                <a:latin typeface="方正兰亭准黑_GBK" panose="02000000000000000000" pitchFamily="2" charset="-122"/>
                <a:ea typeface="方正兰亭准黑_GBK" panose="02000000000000000000" pitchFamily="2" charset="-122"/>
              </a:rPr>
              <a:t>划分方案</a:t>
            </a:r>
            <a:endParaRPr lang="en-US" altLang="zh-CN" sz="3200" dirty="0">
              <a:latin typeface="方正兰亭准黑_GBK" panose="02000000000000000000" pitchFamily="2" charset="-122"/>
              <a:ea typeface="方正兰亭准黑_GBK" panose="02000000000000000000" pitchFamily="2" charset="-122"/>
            </a:endParaRPr>
          </a:p>
        </p:txBody>
      </p:sp>
      <p:sp>
        <p:nvSpPr>
          <p:cNvPr id="13" name="矩形: 圆角 12">
            <a:extLst>
              <a:ext uri="{FF2B5EF4-FFF2-40B4-BE49-F238E27FC236}">
                <a16:creationId xmlns:a16="http://schemas.microsoft.com/office/drawing/2014/main" id="{4363F96A-C6A2-50E3-20DC-C8B533198ADE}"/>
              </a:ext>
            </a:extLst>
          </p:cNvPr>
          <p:cNvSpPr/>
          <p:nvPr/>
        </p:nvSpPr>
        <p:spPr>
          <a:xfrm>
            <a:off x="3129148" y="1882239"/>
            <a:ext cx="1312223" cy="3705101"/>
          </a:xfrm>
          <a:prstGeom prst="round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圆角 13">
            <a:extLst>
              <a:ext uri="{FF2B5EF4-FFF2-40B4-BE49-F238E27FC236}">
                <a16:creationId xmlns:a16="http://schemas.microsoft.com/office/drawing/2014/main" id="{9100F690-491B-7CE6-2B81-AE7872906932}"/>
              </a:ext>
            </a:extLst>
          </p:cNvPr>
          <p:cNvSpPr/>
          <p:nvPr/>
        </p:nvSpPr>
        <p:spPr>
          <a:xfrm>
            <a:off x="5439887" y="1882238"/>
            <a:ext cx="1312223" cy="3705101"/>
          </a:xfrm>
          <a:prstGeom prst="round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圆角 14">
            <a:extLst>
              <a:ext uri="{FF2B5EF4-FFF2-40B4-BE49-F238E27FC236}">
                <a16:creationId xmlns:a16="http://schemas.microsoft.com/office/drawing/2014/main" id="{B5C27B86-5506-9761-F82F-D35720C1CF81}"/>
              </a:ext>
            </a:extLst>
          </p:cNvPr>
          <p:cNvSpPr/>
          <p:nvPr/>
        </p:nvSpPr>
        <p:spPr>
          <a:xfrm>
            <a:off x="7703740" y="1882238"/>
            <a:ext cx="1312223" cy="3705101"/>
          </a:xfrm>
          <a:prstGeom prst="round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Freeform 26">
            <a:extLst>
              <a:ext uri="{FF2B5EF4-FFF2-40B4-BE49-F238E27FC236}">
                <a16:creationId xmlns:a16="http://schemas.microsoft.com/office/drawing/2014/main" id="{0704BB67-6AD2-26AF-DCF4-BB2E71DC579F}"/>
              </a:ext>
            </a:extLst>
          </p:cNvPr>
          <p:cNvSpPr/>
          <p:nvPr/>
        </p:nvSpPr>
        <p:spPr bwMode="auto">
          <a:xfrm rot="10800000">
            <a:off x="6922891" y="3369452"/>
            <a:ext cx="610067" cy="730672"/>
          </a:xfrm>
          <a:prstGeom prst="leftArrow">
            <a:avLst/>
          </a:prstGeom>
          <a:solidFill>
            <a:srgbClr val="0070C0"/>
          </a:solidFill>
          <a:ln>
            <a:noFill/>
          </a:ln>
        </p:spPr>
        <p:txBody>
          <a:bodyPr vert="horz" wrap="square" lIns="67391" tIns="33696" rIns="67391" bIns="33696" numCol="1" anchor="t" anchorCtr="0" compatLnSpc="1"/>
          <a:lstStyle>
            <a:defPPr>
              <a:defRPr lang="zh-CN"/>
            </a:defPPr>
            <a:lvl1pPr marL="0" algn="l" defTabSz="802295" rtl="0" eaLnBrk="1" latinLnBrk="0" hangingPunct="1">
              <a:defRPr sz="1600" kern="1200">
                <a:solidFill>
                  <a:schemeClr val="tx1"/>
                </a:solidFill>
                <a:latin typeface="+mn-lt"/>
                <a:ea typeface="+mn-ea"/>
                <a:cs typeface="+mn-cs"/>
              </a:defRPr>
            </a:lvl1pPr>
            <a:lvl2pPr marL="401147" algn="l" defTabSz="802295" rtl="0" eaLnBrk="1" latinLnBrk="0" hangingPunct="1">
              <a:defRPr sz="1600" kern="1200">
                <a:solidFill>
                  <a:schemeClr val="tx1"/>
                </a:solidFill>
                <a:latin typeface="+mn-lt"/>
                <a:ea typeface="+mn-ea"/>
                <a:cs typeface="+mn-cs"/>
              </a:defRPr>
            </a:lvl2pPr>
            <a:lvl3pPr marL="802295" algn="l" defTabSz="802295" rtl="0" eaLnBrk="1" latinLnBrk="0" hangingPunct="1">
              <a:defRPr sz="1600" kern="1200">
                <a:solidFill>
                  <a:schemeClr val="tx1"/>
                </a:solidFill>
                <a:latin typeface="+mn-lt"/>
                <a:ea typeface="+mn-ea"/>
                <a:cs typeface="+mn-cs"/>
              </a:defRPr>
            </a:lvl3pPr>
            <a:lvl4pPr marL="1203442" algn="l" defTabSz="802295" rtl="0" eaLnBrk="1" latinLnBrk="0" hangingPunct="1">
              <a:defRPr sz="1600" kern="1200">
                <a:solidFill>
                  <a:schemeClr val="tx1"/>
                </a:solidFill>
                <a:latin typeface="+mn-lt"/>
                <a:ea typeface="+mn-ea"/>
                <a:cs typeface="+mn-cs"/>
              </a:defRPr>
            </a:lvl4pPr>
            <a:lvl5pPr marL="1604589" algn="l" defTabSz="802295" rtl="0" eaLnBrk="1" latinLnBrk="0" hangingPunct="1">
              <a:defRPr sz="1600" kern="1200">
                <a:solidFill>
                  <a:schemeClr val="tx1"/>
                </a:solidFill>
                <a:latin typeface="+mn-lt"/>
                <a:ea typeface="+mn-ea"/>
                <a:cs typeface="+mn-cs"/>
              </a:defRPr>
            </a:lvl5pPr>
            <a:lvl6pPr marL="2005736" algn="l" defTabSz="802295" rtl="0" eaLnBrk="1" latinLnBrk="0" hangingPunct="1">
              <a:defRPr sz="1600" kern="1200">
                <a:solidFill>
                  <a:schemeClr val="tx1"/>
                </a:solidFill>
                <a:latin typeface="+mn-lt"/>
                <a:ea typeface="+mn-ea"/>
                <a:cs typeface="+mn-cs"/>
              </a:defRPr>
            </a:lvl6pPr>
            <a:lvl7pPr marL="2406884" algn="l" defTabSz="802295" rtl="0" eaLnBrk="1" latinLnBrk="0" hangingPunct="1">
              <a:defRPr sz="1600" kern="1200">
                <a:solidFill>
                  <a:schemeClr val="tx1"/>
                </a:solidFill>
                <a:latin typeface="+mn-lt"/>
                <a:ea typeface="+mn-ea"/>
                <a:cs typeface="+mn-cs"/>
              </a:defRPr>
            </a:lvl7pPr>
            <a:lvl8pPr marL="2808031" algn="l" defTabSz="802295" rtl="0" eaLnBrk="1" latinLnBrk="0" hangingPunct="1">
              <a:defRPr sz="1600" kern="1200">
                <a:solidFill>
                  <a:schemeClr val="tx1"/>
                </a:solidFill>
                <a:latin typeface="+mn-lt"/>
                <a:ea typeface="+mn-ea"/>
                <a:cs typeface="+mn-cs"/>
              </a:defRPr>
            </a:lvl8pPr>
            <a:lvl9pPr marL="3209178" algn="l" defTabSz="802295" rtl="0" eaLnBrk="1" latinLnBrk="0" hangingPunct="1">
              <a:defRPr sz="1600" kern="1200">
                <a:solidFill>
                  <a:schemeClr val="tx1"/>
                </a:solidFill>
                <a:latin typeface="+mn-lt"/>
                <a:ea typeface="+mn-ea"/>
                <a:cs typeface="+mn-cs"/>
              </a:defRPr>
            </a:lvl9pPr>
          </a:lstStyle>
          <a:p>
            <a:endParaRPr lang="id-ID" dirty="0">
              <a:latin typeface="微软雅黑" panose="020B0503020204020204" pitchFamily="34" charset="-122"/>
              <a:ea typeface="微软雅黑" panose="020B0503020204020204" pitchFamily="34" charset="-122"/>
            </a:endParaRPr>
          </a:p>
        </p:txBody>
      </p:sp>
      <p:sp>
        <p:nvSpPr>
          <p:cNvPr id="17" name="Freeform 26">
            <a:extLst>
              <a:ext uri="{FF2B5EF4-FFF2-40B4-BE49-F238E27FC236}">
                <a16:creationId xmlns:a16="http://schemas.microsoft.com/office/drawing/2014/main" id="{3E8E41F4-8CDF-0FAB-88F4-0ABC589165EA}"/>
              </a:ext>
            </a:extLst>
          </p:cNvPr>
          <p:cNvSpPr/>
          <p:nvPr/>
        </p:nvSpPr>
        <p:spPr bwMode="auto">
          <a:xfrm rot="10800000">
            <a:off x="4632724" y="3348841"/>
            <a:ext cx="610067" cy="730672"/>
          </a:xfrm>
          <a:prstGeom prst="leftArrow">
            <a:avLst/>
          </a:prstGeom>
          <a:solidFill>
            <a:srgbClr val="0070C0"/>
          </a:solidFill>
          <a:ln>
            <a:noFill/>
          </a:ln>
        </p:spPr>
        <p:txBody>
          <a:bodyPr vert="horz" wrap="square" lIns="67391" tIns="33696" rIns="67391" bIns="33696" numCol="1" anchor="t" anchorCtr="0" compatLnSpc="1"/>
          <a:lstStyle>
            <a:defPPr>
              <a:defRPr lang="zh-CN"/>
            </a:defPPr>
            <a:lvl1pPr marL="0" algn="l" defTabSz="802295" rtl="0" eaLnBrk="1" latinLnBrk="0" hangingPunct="1">
              <a:defRPr sz="1600" kern="1200">
                <a:solidFill>
                  <a:schemeClr val="tx1"/>
                </a:solidFill>
                <a:latin typeface="+mn-lt"/>
                <a:ea typeface="+mn-ea"/>
                <a:cs typeface="+mn-cs"/>
              </a:defRPr>
            </a:lvl1pPr>
            <a:lvl2pPr marL="401147" algn="l" defTabSz="802295" rtl="0" eaLnBrk="1" latinLnBrk="0" hangingPunct="1">
              <a:defRPr sz="1600" kern="1200">
                <a:solidFill>
                  <a:schemeClr val="tx1"/>
                </a:solidFill>
                <a:latin typeface="+mn-lt"/>
                <a:ea typeface="+mn-ea"/>
                <a:cs typeface="+mn-cs"/>
              </a:defRPr>
            </a:lvl2pPr>
            <a:lvl3pPr marL="802295" algn="l" defTabSz="802295" rtl="0" eaLnBrk="1" latinLnBrk="0" hangingPunct="1">
              <a:defRPr sz="1600" kern="1200">
                <a:solidFill>
                  <a:schemeClr val="tx1"/>
                </a:solidFill>
                <a:latin typeface="+mn-lt"/>
                <a:ea typeface="+mn-ea"/>
                <a:cs typeface="+mn-cs"/>
              </a:defRPr>
            </a:lvl3pPr>
            <a:lvl4pPr marL="1203442" algn="l" defTabSz="802295" rtl="0" eaLnBrk="1" latinLnBrk="0" hangingPunct="1">
              <a:defRPr sz="1600" kern="1200">
                <a:solidFill>
                  <a:schemeClr val="tx1"/>
                </a:solidFill>
                <a:latin typeface="+mn-lt"/>
                <a:ea typeface="+mn-ea"/>
                <a:cs typeface="+mn-cs"/>
              </a:defRPr>
            </a:lvl4pPr>
            <a:lvl5pPr marL="1604589" algn="l" defTabSz="802295" rtl="0" eaLnBrk="1" latinLnBrk="0" hangingPunct="1">
              <a:defRPr sz="1600" kern="1200">
                <a:solidFill>
                  <a:schemeClr val="tx1"/>
                </a:solidFill>
                <a:latin typeface="+mn-lt"/>
                <a:ea typeface="+mn-ea"/>
                <a:cs typeface="+mn-cs"/>
              </a:defRPr>
            </a:lvl5pPr>
            <a:lvl6pPr marL="2005736" algn="l" defTabSz="802295" rtl="0" eaLnBrk="1" latinLnBrk="0" hangingPunct="1">
              <a:defRPr sz="1600" kern="1200">
                <a:solidFill>
                  <a:schemeClr val="tx1"/>
                </a:solidFill>
                <a:latin typeface="+mn-lt"/>
                <a:ea typeface="+mn-ea"/>
                <a:cs typeface="+mn-cs"/>
              </a:defRPr>
            </a:lvl6pPr>
            <a:lvl7pPr marL="2406884" algn="l" defTabSz="802295" rtl="0" eaLnBrk="1" latinLnBrk="0" hangingPunct="1">
              <a:defRPr sz="1600" kern="1200">
                <a:solidFill>
                  <a:schemeClr val="tx1"/>
                </a:solidFill>
                <a:latin typeface="+mn-lt"/>
                <a:ea typeface="+mn-ea"/>
                <a:cs typeface="+mn-cs"/>
              </a:defRPr>
            </a:lvl7pPr>
            <a:lvl8pPr marL="2808031" algn="l" defTabSz="802295" rtl="0" eaLnBrk="1" latinLnBrk="0" hangingPunct="1">
              <a:defRPr sz="1600" kern="1200">
                <a:solidFill>
                  <a:schemeClr val="tx1"/>
                </a:solidFill>
                <a:latin typeface="+mn-lt"/>
                <a:ea typeface="+mn-ea"/>
                <a:cs typeface="+mn-cs"/>
              </a:defRPr>
            </a:lvl8pPr>
            <a:lvl9pPr marL="3209178" algn="l" defTabSz="802295" rtl="0" eaLnBrk="1" latinLnBrk="0" hangingPunct="1">
              <a:defRPr sz="1600" kern="1200">
                <a:solidFill>
                  <a:schemeClr val="tx1"/>
                </a:solidFill>
                <a:latin typeface="+mn-lt"/>
                <a:ea typeface="+mn-ea"/>
                <a:cs typeface="+mn-cs"/>
              </a:defRPr>
            </a:lvl9pPr>
          </a:lstStyle>
          <a:p>
            <a:endParaRPr lang="id-ID">
              <a:latin typeface="微软雅黑" panose="020B0503020204020204" pitchFamily="34" charset="-122"/>
              <a:ea typeface="微软雅黑" panose="020B0503020204020204" pitchFamily="34" charset="-122"/>
            </a:endParaRPr>
          </a:p>
        </p:txBody>
      </p:sp>
      <p:sp>
        <p:nvSpPr>
          <p:cNvPr id="18" name="文本框 17">
            <a:extLst>
              <a:ext uri="{FF2B5EF4-FFF2-40B4-BE49-F238E27FC236}">
                <a16:creationId xmlns:a16="http://schemas.microsoft.com/office/drawing/2014/main" id="{DB543F87-2C5C-AF69-20EB-8862BEC7A948}"/>
              </a:ext>
            </a:extLst>
          </p:cNvPr>
          <p:cNvSpPr txBox="1"/>
          <p:nvPr/>
        </p:nvSpPr>
        <p:spPr>
          <a:xfrm>
            <a:off x="3446705" y="2845539"/>
            <a:ext cx="677108" cy="1778498"/>
          </a:xfrm>
          <a:prstGeom prst="rect">
            <a:avLst/>
          </a:prstGeom>
          <a:noFill/>
        </p:spPr>
        <p:txBody>
          <a:bodyPr vert="eaVert" wrap="square" rtlCol="0">
            <a:spAutoFit/>
          </a:bodyPr>
          <a:lstStyle/>
          <a:p>
            <a:r>
              <a:rPr lang="zh-CN" altLang="en-US" sz="3200" dirty="0">
                <a:latin typeface="微软雅黑" panose="020B0503020204020204" pitchFamily="34" charset="-122"/>
                <a:ea typeface="微软雅黑" panose="020B0503020204020204" pitchFamily="34" charset="-122"/>
              </a:rPr>
              <a:t>准备工作</a:t>
            </a:r>
          </a:p>
        </p:txBody>
      </p:sp>
      <p:sp>
        <p:nvSpPr>
          <p:cNvPr id="19" name="文本框 18">
            <a:extLst>
              <a:ext uri="{FF2B5EF4-FFF2-40B4-BE49-F238E27FC236}">
                <a16:creationId xmlns:a16="http://schemas.microsoft.com/office/drawing/2014/main" id="{8596E383-08CC-7AA8-8EA9-271DEF7B95CB}"/>
              </a:ext>
            </a:extLst>
          </p:cNvPr>
          <p:cNvSpPr txBox="1"/>
          <p:nvPr/>
        </p:nvSpPr>
        <p:spPr>
          <a:xfrm>
            <a:off x="8020493" y="2845539"/>
            <a:ext cx="677108" cy="1778498"/>
          </a:xfrm>
          <a:prstGeom prst="rect">
            <a:avLst/>
          </a:prstGeom>
          <a:noFill/>
        </p:spPr>
        <p:txBody>
          <a:bodyPr vert="eaVert" wrap="square" rtlCol="0">
            <a:spAutoFit/>
          </a:bodyPr>
          <a:lstStyle/>
          <a:p>
            <a:r>
              <a:rPr lang="zh-CN" altLang="en-US" sz="3200" dirty="0">
                <a:latin typeface="微软雅黑" panose="020B0503020204020204" pitchFamily="34" charset="-122"/>
                <a:ea typeface="微软雅黑" panose="020B0503020204020204" pitchFamily="34" charset="-122"/>
              </a:rPr>
              <a:t>优化方案</a:t>
            </a:r>
          </a:p>
        </p:txBody>
      </p:sp>
      <p:sp>
        <p:nvSpPr>
          <p:cNvPr id="20" name="文本框 19">
            <a:extLst>
              <a:ext uri="{FF2B5EF4-FFF2-40B4-BE49-F238E27FC236}">
                <a16:creationId xmlns:a16="http://schemas.microsoft.com/office/drawing/2014/main" id="{9DAC91AA-682C-CCB7-2935-40A05738B847}"/>
              </a:ext>
            </a:extLst>
          </p:cNvPr>
          <p:cNvSpPr txBox="1"/>
          <p:nvPr/>
        </p:nvSpPr>
        <p:spPr>
          <a:xfrm>
            <a:off x="5757444" y="2845539"/>
            <a:ext cx="677108" cy="1778498"/>
          </a:xfrm>
          <a:prstGeom prst="rect">
            <a:avLst/>
          </a:prstGeom>
          <a:noFill/>
        </p:spPr>
        <p:txBody>
          <a:bodyPr vert="eaVert" wrap="square" rtlCol="0">
            <a:spAutoFit/>
          </a:bodyPr>
          <a:lstStyle/>
          <a:p>
            <a:r>
              <a:rPr lang="zh-CN" altLang="en-US" sz="3200" dirty="0">
                <a:latin typeface="微软雅黑" panose="020B0503020204020204" pitchFamily="34" charset="-122"/>
                <a:ea typeface="微软雅黑" panose="020B0503020204020204" pitchFamily="34" charset="-122"/>
              </a:rPr>
              <a:t>初始划分</a:t>
            </a:r>
          </a:p>
        </p:txBody>
      </p:sp>
      <p:sp>
        <p:nvSpPr>
          <p:cNvPr id="21" name="文本框 20">
            <a:extLst>
              <a:ext uri="{FF2B5EF4-FFF2-40B4-BE49-F238E27FC236}">
                <a16:creationId xmlns:a16="http://schemas.microsoft.com/office/drawing/2014/main" id="{263ABDC6-F2EB-6B59-8947-16DB43680B2D}"/>
              </a:ext>
            </a:extLst>
          </p:cNvPr>
          <p:cNvSpPr txBox="1"/>
          <p:nvPr/>
        </p:nvSpPr>
        <p:spPr>
          <a:xfrm>
            <a:off x="11542816" y="6270171"/>
            <a:ext cx="302820" cy="369332"/>
          </a:xfrm>
          <a:prstGeom prst="rect">
            <a:avLst/>
          </a:prstGeom>
          <a:noFill/>
        </p:spPr>
        <p:txBody>
          <a:bodyPr wrap="square" rtlCol="0">
            <a:spAutoFit/>
          </a:bodyPr>
          <a:lstStyle/>
          <a:p>
            <a:r>
              <a:rPr lang="en-US" altLang="zh-CN" dirty="0"/>
              <a:t>6</a:t>
            </a:r>
            <a:endParaRPr lang="zh-CN" altLang="en-US" dirty="0"/>
          </a:p>
        </p:txBody>
      </p:sp>
    </p:spTree>
    <p:extLst>
      <p:ext uri="{BB962C8B-B14F-4D97-AF65-F5344CB8AC3E}">
        <p14:creationId xmlns:p14="http://schemas.microsoft.com/office/powerpoint/2010/main" val="3117494435"/>
      </p:ext>
    </p:extLst>
  </p:cSld>
  <p:clrMapOvr>
    <a:masterClrMapping/>
  </p:clrMapOvr>
  <mc:AlternateContent xmlns:mc="http://schemas.openxmlformats.org/markup-compatibility/2006" xmlns:p14="http://schemas.microsoft.com/office/powerpoint/2010/main">
    <mc:Choice Requires="p14">
      <p:transition p14:dur="10" advTm="1260"/>
    </mc:Choice>
    <mc:Fallback xmlns="">
      <p:transition advTm="1260"/>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剪去单角 6">
            <a:extLst>
              <a:ext uri="{FF2B5EF4-FFF2-40B4-BE49-F238E27FC236}">
                <a16:creationId xmlns:a16="http://schemas.microsoft.com/office/drawing/2014/main" id="{090DC2B6-60A5-388B-0BEC-885EF4760BEF}"/>
              </a:ext>
            </a:extLst>
          </p:cNvPr>
          <p:cNvSpPr/>
          <p:nvPr/>
        </p:nvSpPr>
        <p:spPr>
          <a:xfrm>
            <a:off x="456510" y="363276"/>
            <a:ext cx="453697" cy="434666"/>
          </a:xfrm>
          <a:prstGeom prst="snip1Rect">
            <a:avLst/>
          </a:prstGeom>
          <a:solidFill>
            <a:srgbClr val="00AF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802295" rtl="0" eaLnBrk="1" latinLnBrk="0" hangingPunct="1">
              <a:defRPr sz="1600" kern="1200">
                <a:solidFill>
                  <a:schemeClr val="lt1"/>
                </a:solidFill>
                <a:latin typeface="+mn-lt"/>
                <a:ea typeface="+mn-ea"/>
                <a:cs typeface="+mn-cs"/>
              </a:defRPr>
            </a:lvl1pPr>
            <a:lvl2pPr marL="401147" algn="l" defTabSz="802295" rtl="0" eaLnBrk="1" latinLnBrk="0" hangingPunct="1">
              <a:defRPr sz="1600" kern="1200">
                <a:solidFill>
                  <a:schemeClr val="lt1"/>
                </a:solidFill>
                <a:latin typeface="+mn-lt"/>
                <a:ea typeface="+mn-ea"/>
                <a:cs typeface="+mn-cs"/>
              </a:defRPr>
            </a:lvl2pPr>
            <a:lvl3pPr marL="802295" algn="l" defTabSz="802295" rtl="0" eaLnBrk="1" latinLnBrk="0" hangingPunct="1">
              <a:defRPr sz="1600" kern="1200">
                <a:solidFill>
                  <a:schemeClr val="lt1"/>
                </a:solidFill>
                <a:latin typeface="+mn-lt"/>
                <a:ea typeface="+mn-ea"/>
                <a:cs typeface="+mn-cs"/>
              </a:defRPr>
            </a:lvl3pPr>
            <a:lvl4pPr marL="1203442" algn="l" defTabSz="802295" rtl="0" eaLnBrk="1" latinLnBrk="0" hangingPunct="1">
              <a:defRPr sz="1600" kern="1200">
                <a:solidFill>
                  <a:schemeClr val="lt1"/>
                </a:solidFill>
                <a:latin typeface="+mn-lt"/>
                <a:ea typeface="+mn-ea"/>
                <a:cs typeface="+mn-cs"/>
              </a:defRPr>
            </a:lvl4pPr>
            <a:lvl5pPr marL="1604589" algn="l" defTabSz="802295" rtl="0" eaLnBrk="1" latinLnBrk="0" hangingPunct="1">
              <a:defRPr sz="1600" kern="1200">
                <a:solidFill>
                  <a:schemeClr val="lt1"/>
                </a:solidFill>
                <a:latin typeface="+mn-lt"/>
                <a:ea typeface="+mn-ea"/>
                <a:cs typeface="+mn-cs"/>
              </a:defRPr>
            </a:lvl5pPr>
            <a:lvl6pPr marL="2005736" algn="l" defTabSz="802295" rtl="0" eaLnBrk="1" latinLnBrk="0" hangingPunct="1">
              <a:defRPr sz="1600" kern="1200">
                <a:solidFill>
                  <a:schemeClr val="lt1"/>
                </a:solidFill>
                <a:latin typeface="+mn-lt"/>
                <a:ea typeface="+mn-ea"/>
                <a:cs typeface="+mn-cs"/>
              </a:defRPr>
            </a:lvl6pPr>
            <a:lvl7pPr marL="2406884" algn="l" defTabSz="802295" rtl="0" eaLnBrk="1" latinLnBrk="0" hangingPunct="1">
              <a:defRPr sz="1600" kern="1200">
                <a:solidFill>
                  <a:schemeClr val="lt1"/>
                </a:solidFill>
                <a:latin typeface="+mn-lt"/>
                <a:ea typeface="+mn-ea"/>
                <a:cs typeface="+mn-cs"/>
              </a:defRPr>
            </a:lvl7pPr>
            <a:lvl8pPr marL="2808031" algn="l" defTabSz="802295" rtl="0" eaLnBrk="1" latinLnBrk="0" hangingPunct="1">
              <a:defRPr sz="1600" kern="1200">
                <a:solidFill>
                  <a:schemeClr val="lt1"/>
                </a:solidFill>
                <a:latin typeface="+mn-lt"/>
                <a:ea typeface="+mn-ea"/>
                <a:cs typeface="+mn-cs"/>
              </a:defRPr>
            </a:lvl8pPr>
            <a:lvl9pPr marL="3209178" algn="l" defTabSz="802295" rtl="0" eaLnBrk="1" latinLnBrk="0" hangingPunct="1">
              <a:defRPr sz="1600" kern="1200">
                <a:solidFill>
                  <a:schemeClr val="lt1"/>
                </a:solidFill>
                <a:latin typeface="+mn-lt"/>
                <a:ea typeface="+mn-ea"/>
                <a:cs typeface="+mn-cs"/>
              </a:defRPr>
            </a:lvl9pPr>
          </a:lstStyle>
          <a:p>
            <a:pPr algn="ctr"/>
            <a:endParaRPr lang="zh-CN" altLang="en-US"/>
          </a:p>
        </p:txBody>
      </p:sp>
      <p:sp>
        <p:nvSpPr>
          <p:cNvPr id="8" name="矩形: 剪去单角 7">
            <a:extLst>
              <a:ext uri="{FF2B5EF4-FFF2-40B4-BE49-F238E27FC236}">
                <a16:creationId xmlns:a16="http://schemas.microsoft.com/office/drawing/2014/main" id="{7C49A1BE-A0E7-7AF3-F4A0-69B94FF892C6}"/>
              </a:ext>
            </a:extLst>
          </p:cNvPr>
          <p:cNvSpPr/>
          <p:nvPr/>
        </p:nvSpPr>
        <p:spPr>
          <a:xfrm>
            <a:off x="384502" y="435284"/>
            <a:ext cx="453697" cy="434666"/>
          </a:xfrm>
          <a:prstGeom prst="snip1Rect">
            <a:avLst/>
          </a:prstGeom>
          <a:solidFill>
            <a:srgbClr val="005EA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802295" rtl="0" eaLnBrk="1" latinLnBrk="0" hangingPunct="1">
              <a:defRPr sz="1600" kern="1200">
                <a:solidFill>
                  <a:schemeClr val="lt1"/>
                </a:solidFill>
                <a:latin typeface="+mn-lt"/>
                <a:ea typeface="+mn-ea"/>
                <a:cs typeface="+mn-cs"/>
              </a:defRPr>
            </a:lvl1pPr>
            <a:lvl2pPr marL="401147" algn="l" defTabSz="802295" rtl="0" eaLnBrk="1" latinLnBrk="0" hangingPunct="1">
              <a:defRPr sz="1600" kern="1200">
                <a:solidFill>
                  <a:schemeClr val="lt1"/>
                </a:solidFill>
                <a:latin typeface="+mn-lt"/>
                <a:ea typeface="+mn-ea"/>
                <a:cs typeface="+mn-cs"/>
              </a:defRPr>
            </a:lvl2pPr>
            <a:lvl3pPr marL="802295" algn="l" defTabSz="802295" rtl="0" eaLnBrk="1" latinLnBrk="0" hangingPunct="1">
              <a:defRPr sz="1600" kern="1200">
                <a:solidFill>
                  <a:schemeClr val="lt1"/>
                </a:solidFill>
                <a:latin typeface="+mn-lt"/>
                <a:ea typeface="+mn-ea"/>
                <a:cs typeface="+mn-cs"/>
              </a:defRPr>
            </a:lvl3pPr>
            <a:lvl4pPr marL="1203442" algn="l" defTabSz="802295" rtl="0" eaLnBrk="1" latinLnBrk="0" hangingPunct="1">
              <a:defRPr sz="1600" kern="1200">
                <a:solidFill>
                  <a:schemeClr val="lt1"/>
                </a:solidFill>
                <a:latin typeface="+mn-lt"/>
                <a:ea typeface="+mn-ea"/>
                <a:cs typeface="+mn-cs"/>
              </a:defRPr>
            </a:lvl4pPr>
            <a:lvl5pPr marL="1604589" algn="l" defTabSz="802295" rtl="0" eaLnBrk="1" latinLnBrk="0" hangingPunct="1">
              <a:defRPr sz="1600" kern="1200">
                <a:solidFill>
                  <a:schemeClr val="lt1"/>
                </a:solidFill>
                <a:latin typeface="+mn-lt"/>
                <a:ea typeface="+mn-ea"/>
                <a:cs typeface="+mn-cs"/>
              </a:defRPr>
            </a:lvl5pPr>
            <a:lvl6pPr marL="2005736" algn="l" defTabSz="802295" rtl="0" eaLnBrk="1" latinLnBrk="0" hangingPunct="1">
              <a:defRPr sz="1600" kern="1200">
                <a:solidFill>
                  <a:schemeClr val="lt1"/>
                </a:solidFill>
                <a:latin typeface="+mn-lt"/>
                <a:ea typeface="+mn-ea"/>
                <a:cs typeface="+mn-cs"/>
              </a:defRPr>
            </a:lvl6pPr>
            <a:lvl7pPr marL="2406884" algn="l" defTabSz="802295" rtl="0" eaLnBrk="1" latinLnBrk="0" hangingPunct="1">
              <a:defRPr sz="1600" kern="1200">
                <a:solidFill>
                  <a:schemeClr val="lt1"/>
                </a:solidFill>
                <a:latin typeface="+mn-lt"/>
                <a:ea typeface="+mn-ea"/>
                <a:cs typeface="+mn-cs"/>
              </a:defRPr>
            </a:lvl7pPr>
            <a:lvl8pPr marL="2808031" algn="l" defTabSz="802295" rtl="0" eaLnBrk="1" latinLnBrk="0" hangingPunct="1">
              <a:defRPr sz="1600" kern="1200">
                <a:solidFill>
                  <a:schemeClr val="lt1"/>
                </a:solidFill>
                <a:latin typeface="+mn-lt"/>
                <a:ea typeface="+mn-ea"/>
                <a:cs typeface="+mn-cs"/>
              </a:defRPr>
            </a:lvl8pPr>
            <a:lvl9pPr marL="3209178" algn="l" defTabSz="802295" rtl="0" eaLnBrk="1" latinLnBrk="0" hangingPunct="1">
              <a:defRPr sz="1600" kern="1200">
                <a:solidFill>
                  <a:schemeClr val="lt1"/>
                </a:solidFill>
                <a:latin typeface="+mn-lt"/>
                <a:ea typeface="+mn-ea"/>
                <a:cs typeface="+mn-cs"/>
              </a:defRPr>
            </a:lvl9pPr>
          </a:lstStyle>
          <a:p>
            <a:pPr algn="ctr"/>
            <a:endParaRPr lang="en-US" altLang="zh-CN" sz="4000" dirty="0">
              <a:latin typeface="方正兰亭准黑_GBK" panose="02000000000000000000" pitchFamily="2" charset="-122"/>
              <a:ea typeface="方正兰亭准黑_GBK" panose="02000000000000000000" pitchFamily="2" charset="-122"/>
            </a:endParaRPr>
          </a:p>
        </p:txBody>
      </p:sp>
      <p:sp>
        <p:nvSpPr>
          <p:cNvPr id="9" name="文本框 8">
            <a:extLst>
              <a:ext uri="{FF2B5EF4-FFF2-40B4-BE49-F238E27FC236}">
                <a16:creationId xmlns:a16="http://schemas.microsoft.com/office/drawing/2014/main" id="{B1AF1609-1A2E-42F7-1CDB-A412B6C665CA}"/>
              </a:ext>
            </a:extLst>
          </p:cNvPr>
          <p:cNvSpPr txBox="1"/>
          <p:nvPr/>
        </p:nvSpPr>
        <p:spPr>
          <a:xfrm>
            <a:off x="982215" y="422115"/>
            <a:ext cx="2809298" cy="375827"/>
          </a:xfrm>
          <a:prstGeom prst="rect">
            <a:avLst/>
          </a:prstGeom>
          <a:noFill/>
        </p:spPr>
        <p:txBody>
          <a:bodyPr wrap="square" lIns="67391" tIns="33696" rIns="67391" bIns="33696" rtlCol="0">
            <a:spAutoFit/>
          </a:bodyPr>
          <a:lstStyle>
            <a:defPPr>
              <a:defRPr lang="zh-CN"/>
            </a:defPPr>
            <a:lvl1pPr marL="0" algn="l" defTabSz="802295" rtl="0" eaLnBrk="1" latinLnBrk="0" hangingPunct="1">
              <a:defRPr sz="1600" kern="1200">
                <a:solidFill>
                  <a:schemeClr val="tx1"/>
                </a:solidFill>
                <a:latin typeface="+mn-lt"/>
                <a:ea typeface="+mn-ea"/>
                <a:cs typeface="+mn-cs"/>
              </a:defRPr>
            </a:lvl1pPr>
            <a:lvl2pPr marL="401147" algn="l" defTabSz="802295" rtl="0" eaLnBrk="1" latinLnBrk="0" hangingPunct="1">
              <a:defRPr sz="1600" kern="1200">
                <a:solidFill>
                  <a:schemeClr val="tx1"/>
                </a:solidFill>
                <a:latin typeface="+mn-lt"/>
                <a:ea typeface="+mn-ea"/>
                <a:cs typeface="+mn-cs"/>
              </a:defRPr>
            </a:lvl2pPr>
            <a:lvl3pPr marL="802295" algn="l" defTabSz="802295" rtl="0" eaLnBrk="1" latinLnBrk="0" hangingPunct="1">
              <a:defRPr sz="1600" kern="1200">
                <a:solidFill>
                  <a:schemeClr val="tx1"/>
                </a:solidFill>
                <a:latin typeface="+mn-lt"/>
                <a:ea typeface="+mn-ea"/>
                <a:cs typeface="+mn-cs"/>
              </a:defRPr>
            </a:lvl3pPr>
            <a:lvl4pPr marL="1203442" algn="l" defTabSz="802295" rtl="0" eaLnBrk="1" latinLnBrk="0" hangingPunct="1">
              <a:defRPr sz="1600" kern="1200">
                <a:solidFill>
                  <a:schemeClr val="tx1"/>
                </a:solidFill>
                <a:latin typeface="+mn-lt"/>
                <a:ea typeface="+mn-ea"/>
                <a:cs typeface="+mn-cs"/>
              </a:defRPr>
            </a:lvl4pPr>
            <a:lvl5pPr marL="1604589" algn="l" defTabSz="802295" rtl="0" eaLnBrk="1" latinLnBrk="0" hangingPunct="1">
              <a:defRPr sz="1600" kern="1200">
                <a:solidFill>
                  <a:schemeClr val="tx1"/>
                </a:solidFill>
                <a:latin typeface="+mn-lt"/>
                <a:ea typeface="+mn-ea"/>
                <a:cs typeface="+mn-cs"/>
              </a:defRPr>
            </a:lvl5pPr>
            <a:lvl6pPr marL="2005736" algn="l" defTabSz="802295" rtl="0" eaLnBrk="1" latinLnBrk="0" hangingPunct="1">
              <a:defRPr sz="1600" kern="1200">
                <a:solidFill>
                  <a:schemeClr val="tx1"/>
                </a:solidFill>
                <a:latin typeface="+mn-lt"/>
                <a:ea typeface="+mn-ea"/>
                <a:cs typeface="+mn-cs"/>
              </a:defRPr>
            </a:lvl6pPr>
            <a:lvl7pPr marL="2406884" algn="l" defTabSz="802295" rtl="0" eaLnBrk="1" latinLnBrk="0" hangingPunct="1">
              <a:defRPr sz="1600" kern="1200">
                <a:solidFill>
                  <a:schemeClr val="tx1"/>
                </a:solidFill>
                <a:latin typeface="+mn-lt"/>
                <a:ea typeface="+mn-ea"/>
                <a:cs typeface="+mn-cs"/>
              </a:defRPr>
            </a:lvl7pPr>
            <a:lvl8pPr marL="2808031" algn="l" defTabSz="802295" rtl="0" eaLnBrk="1" latinLnBrk="0" hangingPunct="1">
              <a:defRPr sz="1600" kern="1200">
                <a:solidFill>
                  <a:schemeClr val="tx1"/>
                </a:solidFill>
                <a:latin typeface="+mn-lt"/>
                <a:ea typeface="+mn-ea"/>
                <a:cs typeface="+mn-cs"/>
              </a:defRPr>
            </a:lvl8pPr>
            <a:lvl9pPr marL="3209178" algn="l" defTabSz="802295" rtl="0" eaLnBrk="1" latinLnBrk="0" hangingPunct="1">
              <a:defRPr sz="1600" kern="1200">
                <a:solidFill>
                  <a:schemeClr val="tx1"/>
                </a:solidFill>
                <a:latin typeface="+mn-lt"/>
                <a:ea typeface="+mn-ea"/>
                <a:cs typeface="+mn-cs"/>
              </a:defRPr>
            </a:lvl9pPr>
          </a:lstStyle>
          <a:p>
            <a:r>
              <a:rPr lang="en-US" altLang="zh-CN" sz="2000" dirty="0">
                <a:solidFill>
                  <a:srgbClr val="2D5593"/>
                </a:solidFill>
                <a:latin typeface="微软雅黑" panose="020B0503020204020204" pitchFamily="34" charset="-122"/>
                <a:ea typeface="微软雅黑" panose="020B0503020204020204" pitchFamily="34" charset="-122"/>
              </a:rPr>
              <a:t>2.2</a:t>
            </a:r>
            <a:r>
              <a:rPr lang="zh-CN" altLang="en-US" sz="2000" dirty="0">
                <a:solidFill>
                  <a:srgbClr val="2D5593"/>
                </a:solidFill>
                <a:latin typeface="微软雅黑" panose="020B0503020204020204" pitchFamily="34" charset="-122"/>
                <a:ea typeface="微软雅黑" panose="020B0503020204020204" pitchFamily="34" charset="-122"/>
              </a:rPr>
              <a:t> 准备工作</a:t>
            </a:r>
            <a:endParaRPr lang="en-US" altLang="zh-CN" sz="2000" dirty="0">
              <a:solidFill>
                <a:srgbClr val="2D5593"/>
              </a:solidFill>
              <a:latin typeface="微软雅黑" panose="020B0503020204020204" pitchFamily="34" charset="-122"/>
              <a:ea typeface="微软雅黑" panose="020B0503020204020204" pitchFamily="34" charset="-122"/>
            </a:endParaRPr>
          </a:p>
        </p:txBody>
      </p:sp>
      <p:sp>
        <p:nvSpPr>
          <p:cNvPr id="12" name="文本框 11">
            <a:extLst>
              <a:ext uri="{FF2B5EF4-FFF2-40B4-BE49-F238E27FC236}">
                <a16:creationId xmlns:a16="http://schemas.microsoft.com/office/drawing/2014/main" id="{C655A3E3-E8BB-8144-FD2E-FED74870E4EF}"/>
              </a:ext>
            </a:extLst>
          </p:cNvPr>
          <p:cNvSpPr txBox="1"/>
          <p:nvPr/>
        </p:nvSpPr>
        <p:spPr>
          <a:xfrm>
            <a:off x="1609725" y="1178708"/>
            <a:ext cx="8972550" cy="1497654"/>
          </a:xfrm>
          <a:prstGeom prst="rect">
            <a:avLst/>
          </a:prstGeom>
          <a:noFill/>
        </p:spPr>
        <p:txBody>
          <a:bodyPr wrap="square" rtlCol="0">
            <a:spAutoFit/>
          </a:bodyPr>
          <a:lstStyle/>
          <a:p>
            <a:pPr indent="279400">
              <a:lnSpc>
                <a:spcPct val="130000"/>
              </a:lnSpc>
            </a:pPr>
            <a:r>
              <a:rPr lang="zh-CN" altLang="zh-CN" sz="1800" dirty="0">
                <a:effectLst/>
                <a:latin typeface="微软雅黑" panose="020B0503020204020204" pitchFamily="34" charset="-122"/>
                <a:ea typeface="微软雅黑" panose="020B0503020204020204" pitchFamily="34" charset="-122"/>
                <a:cs typeface="Arial" panose="020B0604020202020204" pitchFamily="34" charset="0"/>
              </a:rPr>
              <a:t>准备工作为将所需数据数字化并生成相应</a:t>
            </a:r>
            <a:r>
              <a:rPr lang="zh-CN" altLang="en-US" sz="1800" dirty="0">
                <a:effectLst/>
                <a:latin typeface="微软雅黑" panose="020B0503020204020204" pitchFamily="34" charset="-122"/>
                <a:ea typeface="微软雅黑" panose="020B0503020204020204" pitchFamily="34" charset="-122"/>
                <a:cs typeface="Arial" panose="020B0604020202020204" pitchFamily="34" charset="0"/>
              </a:rPr>
              <a:t>的</a:t>
            </a:r>
            <a:r>
              <a:rPr lang="zh-CN" altLang="zh-CN" sz="1800" dirty="0">
                <a:effectLst/>
                <a:latin typeface="微软雅黑" panose="020B0503020204020204" pitchFamily="34" charset="-122"/>
                <a:ea typeface="微软雅黑" panose="020B0503020204020204" pitchFamily="34" charset="-122"/>
                <a:cs typeface="Arial" panose="020B0604020202020204" pitchFamily="34" charset="0"/>
              </a:rPr>
              <a:t>文件用于</a:t>
            </a:r>
            <a:r>
              <a:rPr lang="zh-CN" altLang="en-US" sz="1800" dirty="0">
                <a:effectLst/>
                <a:latin typeface="微软雅黑" panose="020B0503020204020204" pitchFamily="34" charset="-122"/>
                <a:ea typeface="微软雅黑" panose="020B0503020204020204" pitchFamily="34" charset="-122"/>
                <a:cs typeface="Arial" panose="020B0604020202020204" pitchFamily="34" charset="0"/>
              </a:rPr>
              <a:t>初始划分。</a:t>
            </a:r>
            <a:endParaRPr lang="en-US" altLang="zh-CN" sz="1800" dirty="0">
              <a:effectLst/>
              <a:latin typeface="微软雅黑" panose="020B0503020204020204" pitchFamily="34" charset="-122"/>
              <a:ea typeface="微软雅黑" panose="020B0503020204020204" pitchFamily="34" charset="-122"/>
              <a:cs typeface="Arial" panose="020B0604020202020204" pitchFamily="34" charset="0"/>
            </a:endParaRPr>
          </a:p>
          <a:p>
            <a:pPr indent="279400">
              <a:lnSpc>
                <a:spcPct val="130000"/>
              </a:lnSpc>
            </a:pPr>
            <a:r>
              <a:rPr lang="zh-CN" altLang="zh-CN" sz="1800" dirty="0">
                <a:effectLst/>
                <a:latin typeface="微软雅黑" panose="020B0503020204020204" pitchFamily="34" charset="-122"/>
                <a:ea typeface="微软雅黑" panose="020B0503020204020204" pitchFamily="34" charset="-122"/>
                <a:cs typeface="Arial" panose="020B0604020202020204" pitchFamily="34" charset="0"/>
              </a:rPr>
              <a:t>原始数据文件包含</a:t>
            </a:r>
            <a:r>
              <a:rPr lang="en-US" altLang="zh-CN" sz="1800" dirty="0">
                <a:effectLst/>
                <a:latin typeface="微软雅黑" panose="020B0503020204020204" pitchFamily="34" charset="-122"/>
                <a:ea typeface="微软雅黑" panose="020B0503020204020204" pitchFamily="34" charset="-122"/>
                <a:cs typeface="Arial" panose="020B0604020202020204" pitchFamily="34" charset="0"/>
              </a:rPr>
              <a:t>10</a:t>
            </a:r>
            <a:r>
              <a:rPr lang="zh-CN" altLang="zh-CN" sz="1800" dirty="0">
                <a:effectLst/>
                <a:latin typeface="微软雅黑" panose="020B0503020204020204" pitchFamily="34" charset="-122"/>
                <a:ea typeface="微软雅黑" panose="020B0503020204020204" pitchFamily="34" charset="-122"/>
                <a:cs typeface="Arial" panose="020B0604020202020204" pitchFamily="34" charset="0"/>
              </a:rPr>
              <a:t>个子文件，其中本课题所用到的文件包括</a:t>
            </a:r>
            <a:r>
              <a:rPr lang="en-US" altLang="zh-CN" sz="1800" dirty="0">
                <a:effectLst/>
                <a:latin typeface="微软雅黑" panose="020B0503020204020204" pitchFamily="34" charset="-122"/>
                <a:ea typeface="微软雅黑" panose="020B0503020204020204" pitchFamily="34" charset="-122"/>
                <a:cs typeface="Arial" panose="020B0604020202020204" pitchFamily="34" charset="0"/>
              </a:rPr>
              <a:t>Object File Library</a:t>
            </a:r>
            <a:r>
              <a:rPr lang="zh-CN" altLang="zh-CN" sz="1800" dirty="0">
                <a:effectLst/>
                <a:latin typeface="微软雅黑" panose="020B0503020204020204" pitchFamily="34" charset="-122"/>
                <a:ea typeface="微软雅黑" panose="020B0503020204020204" pitchFamily="34" charset="-122"/>
                <a:cs typeface="Arial" panose="020B0604020202020204" pitchFamily="34" charset="0"/>
              </a:rPr>
              <a:t>（</a:t>
            </a:r>
            <a:r>
              <a:rPr lang="en-US" altLang="zh-CN" sz="1800" dirty="0">
                <a:effectLst/>
                <a:latin typeface="微软雅黑" panose="020B0503020204020204" pitchFamily="34" charset="-122"/>
                <a:ea typeface="微软雅黑" panose="020B0503020204020204" pitchFamily="34" charset="-122"/>
                <a:cs typeface="Arial" panose="020B0604020202020204" pitchFamily="34" charset="0"/>
              </a:rPr>
              <a:t>.lib</a:t>
            </a:r>
            <a:r>
              <a:rPr lang="zh-CN" altLang="zh-CN" sz="1800" dirty="0">
                <a:effectLst/>
                <a:latin typeface="微软雅黑" panose="020B0503020204020204" pitchFamily="34" charset="-122"/>
                <a:ea typeface="微软雅黑" panose="020B0503020204020204" pitchFamily="34" charset="-122"/>
                <a:cs typeface="Arial" panose="020B0604020202020204" pitchFamily="34" charset="0"/>
              </a:rPr>
              <a:t>）、</a:t>
            </a:r>
            <a:r>
              <a:rPr lang="en-US" altLang="zh-CN" sz="1800" dirty="0">
                <a:effectLst/>
                <a:latin typeface="微软雅黑" panose="020B0503020204020204" pitchFamily="34" charset="-122"/>
                <a:ea typeface="微软雅黑" panose="020B0503020204020204" pitchFamily="34" charset="-122"/>
                <a:cs typeface="Arial" panose="020B0604020202020204" pitchFamily="34" charset="0"/>
              </a:rPr>
              <a:t>NETS</a:t>
            </a:r>
            <a:r>
              <a:rPr lang="zh-CN" altLang="zh-CN" sz="1800" dirty="0">
                <a:effectLst/>
                <a:latin typeface="微软雅黑" panose="020B0503020204020204" pitchFamily="34" charset="-122"/>
                <a:ea typeface="微软雅黑" panose="020B0503020204020204" pitchFamily="34" charset="-122"/>
                <a:cs typeface="Arial" panose="020B0604020202020204" pitchFamily="34" charset="0"/>
              </a:rPr>
              <a:t>（</a:t>
            </a:r>
            <a:r>
              <a:rPr lang="en-US" altLang="zh-CN" sz="1800" dirty="0">
                <a:effectLst/>
                <a:latin typeface="微软雅黑" panose="020B0503020204020204" pitchFamily="34" charset="-122"/>
                <a:ea typeface="微软雅黑" panose="020B0503020204020204" pitchFamily="34" charset="-122"/>
                <a:cs typeface="Arial" panose="020B0604020202020204" pitchFamily="34" charset="0"/>
              </a:rPr>
              <a:t>.nets</a:t>
            </a:r>
            <a:r>
              <a:rPr lang="zh-CN" altLang="zh-CN" sz="1800" dirty="0">
                <a:effectLst/>
                <a:latin typeface="微软雅黑" panose="020B0503020204020204" pitchFamily="34" charset="-122"/>
                <a:ea typeface="微软雅黑" panose="020B0503020204020204" pitchFamily="34" charset="-122"/>
                <a:cs typeface="Arial" panose="020B0604020202020204" pitchFamily="34" charset="0"/>
              </a:rPr>
              <a:t>）和</a:t>
            </a:r>
            <a:r>
              <a:rPr lang="en-US" altLang="zh-CN" sz="1800" dirty="0">
                <a:effectLst/>
                <a:latin typeface="微软雅黑" panose="020B0503020204020204" pitchFamily="34" charset="-122"/>
                <a:ea typeface="微软雅黑" panose="020B0503020204020204" pitchFamily="34" charset="-122"/>
                <a:cs typeface="Arial" panose="020B0604020202020204" pitchFamily="34" charset="0"/>
              </a:rPr>
              <a:t>NODES</a:t>
            </a:r>
            <a:r>
              <a:rPr lang="zh-CN" altLang="zh-CN" sz="1800" dirty="0">
                <a:effectLst/>
                <a:latin typeface="微软雅黑" panose="020B0503020204020204" pitchFamily="34" charset="-122"/>
                <a:ea typeface="微软雅黑" panose="020B0503020204020204" pitchFamily="34" charset="-122"/>
                <a:cs typeface="Arial" panose="020B0604020202020204" pitchFamily="34" charset="0"/>
              </a:rPr>
              <a:t>（</a:t>
            </a:r>
            <a:r>
              <a:rPr lang="en-US" altLang="zh-CN" sz="1800" dirty="0">
                <a:effectLst/>
                <a:latin typeface="微软雅黑" panose="020B0503020204020204" pitchFamily="34" charset="-122"/>
                <a:ea typeface="微软雅黑" panose="020B0503020204020204" pitchFamily="34" charset="-122"/>
                <a:cs typeface="Arial" panose="020B0604020202020204" pitchFamily="34" charset="0"/>
              </a:rPr>
              <a:t>.nodes</a:t>
            </a:r>
            <a:r>
              <a:rPr lang="zh-CN" altLang="zh-CN" sz="1800" dirty="0">
                <a:effectLst/>
                <a:latin typeface="微软雅黑" panose="020B0503020204020204" pitchFamily="34" charset="-122"/>
                <a:ea typeface="微软雅黑" panose="020B0503020204020204" pitchFamily="34" charset="-122"/>
                <a:cs typeface="Arial" panose="020B0604020202020204" pitchFamily="34" charset="0"/>
              </a:rPr>
              <a:t>）文件</a:t>
            </a:r>
            <a:r>
              <a:rPr lang="zh-CN" altLang="en-US" dirty="0">
                <a:latin typeface="微软雅黑" panose="020B0503020204020204" pitchFamily="34" charset="-122"/>
                <a:ea typeface="微软雅黑" panose="020B0503020204020204" pitchFamily="34" charset="-122"/>
                <a:cs typeface="Arial" panose="020B0604020202020204" pitchFamily="34" charset="0"/>
              </a:rPr>
              <a:t>，如图</a:t>
            </a:r>
            <a:r>
              <a:rPr lang="en-US" altLang="zh-CN" dirty="0">
                <a:latin typeface="微软雅黑" panose="020B0503020204020204" pitchFamily="34" charset="-122"/>
                <a:ea typeface="微软雅黑" panose="020B0503020204020204" pitchFamily="34" charset="-122"/>
                <a:cs typeface="Arial" panose="020B0604020202020204" pitchFamily="34" charset="0"/>
              </a:rPr>
              <a:t>1</a:t>
            </a:r>
            <a:r>
              <a:rPr lang="zh-CN" altLang="en-US" dirty="0">
                <a:latin typeface="微软雅黑" panose="020B0503020204020204" pitchFamily="34" charset="-122"/>
                <a:ea typeface="微软雅黑" panose="020B0503020204020204" pitchFamily="34" charset="-122"/>
                <a:cs typeface="Arial" panose="020B0604020202020204" pitchFamily="34" charset="0"/>
              </a:rPr>
              <a:t>所示。</a:t>
            </a:r>
            <a:endParaRPr lang="en-US" altLang="zh-CN" dirty="0">
              <a:latin typeface="微软雅黑" panose="020B0503020204020204" pitchFamily="34" charset="-122"/>
              <a:ea typeface="微软雅黑" panose="020B0503020204020204" pitchFamily="34" charset="-122"/>
              <a:cs typeface="Arial" panose="020B0604020202020204" pitchFamily="34" charset="0"/>
            </a:endParaRPr>
          </a:p>
          <a:p>
            <a:pPr indent="279400">
              <a:lnSpc>
                <a:spcPct val="130000"/>
              </a:lnSpc>
            </a:pPr>
            <a:r>
              <a:rPr lang="zh-CN" altLang="en-US" sz="1800" kern="1400" spc="-50" dirty="0">
                <a:solidFill>
                  <a:srgbClr val="000000"/>
                </a:solidFill>
                <a:effectLst/>
                <a:latin typeface="微软雅黑" panose="020B0503020204020204" pitchFamily="34" charset="-122"/>
                <a:ea typeface="微软雅黑" panose="020B0503020204020204" pitchFamily="34" charset="-122"/>
                <a:cs typeface="Arial" panose="020B0604020202020204" pitchFamily="34" charset="0"/>
              </a:rPr>
              <a:t>为完成数字化，我设计了数据结构如表</a:t>
            </a:r>
            <a:r>
              <a:rPr lang="en-US" altLang="zh-CN" sz="1800" kern="1400" spc="-50" dirty="0">
                <a:solidFill>
                  <a:srgbClr val="000000"/>
                </a:solidFill>
                <a:effectLst/>
                <a:latin typeface="微软雅黑" panose="020B0503020204020204" pitchFamily="34" charset="-122"/>
                <a:ea typeface="微软雅黑" panose="020B0503020204020204" pitchFamily="34" charset="-122"/>
                <a:cs typeface="Arial" panose="020B0604020202020204" pitchFamily="34" charset="0"/>
              </a:rPr>
              <a:t>1</a:t>
            </a:r>
            <a:r>
              <a:rPr lang="zh-CN" altLang="en-US" sz="1800" kern="1400" spc="-50" dirty="0">
                <a:solidFill>
                  <a:srgbClr val="000000"/>
                </a:solidFill>
                <a:effectLst/>
                <a:latin typeface="微软雅黑" panose="020B0503020204020204" pitchFamily="34" charset="-122"/>
                <a:ea typeface="微软雅黑" panose="020B0503020204020204" pitchFamily="34" charset="-122"/>
                <a:cs typeface="Arial" panose="020B0604020202020204" pitchFamily="34" charset="0"/>
              </a:rPr>
              <a:t>所示。</a:t>
            </a:r>
            <a:endParaRPr lang="zh-CN" altLang="zh-CN"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2" name="图片 1">
            <a:extLst>
              <a:ext uri="{FF2B5EF4-FFF2-40B4-BE49-F238E27FC236}">
                <a16:creationId xmlns:a16="http://schemas.microsoft.com/office/drawing/2014/main" id="{64804AEA-B607-E499-45A2-EEAC01D22904}"/>
              </a:ext>
            </a:extLst>
          </p:cNvPr>
          <p:cNvPicPr>
            <a:picLocks noChangeAspect="1"/>
          </p:cNvPicPr>
          <p:nvPr/>
        </p:nvPicPr>
        <p:blipFill>
          <a:blip r:embed="rId2"/>
          <a:stretch>
            <a:fillRect/>
          </a:stretch>
        </p:blipFill>
        <p:spPr>
          <a:xfrm>
            <a:off x="319944" y="2676362"/>
            <a:ext cx="5726878" cy="2979301"/>
          </a:xfrm>
          <a:prstGeom prst="rect">
            <a:avLst/>
          </a:prstGeom>
        </p:spPr>
      </p:pic>
      <p:pic>
        <p:nvPicPr>
          <p:cNvPr id="4" name="图片 3">
            <a:extLst>
              <a:ext uri="{FF2B5EF4-FFF2-40B4-BE49-F238E27FC236}">
                <a16:creationId xmlns:a16="http://schemas.microsoft.com/office/drawing/2014/main" id="{45206B9A-E4F4-82C4-57CC-060F4207A21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45180" y="3057128"/>
            <a:ext cx="5566770" cy="1948719"/>
          </a:xfrm>
          <a:prstGeom prst="rect">
            <a:avLst/>
          </a:prstGeom>
        </p:spPr>
      </p:pic>
      <p:sp>
        <p:nvSpPr>
          <p:cNvPr id="5" name="文本框 4">
            <a:extLst>
              <a:ext uri="{FF2B5EF4-FFF2-40B4-BE49-F238E27FC236}">
                <a16:creationId xmlns:a16="http://schemas.microsoft.com/office/drawing/2014/main" id="{A7500944-8687-15C4-E344-113BC38A0245}"/>
              </a:ext>
            </a:extLst>
          </p:cNvPr>
          <p:cNvSpPr txBox="1"/>
          <p:nvPr/>
        </p:nvSpPr>
        <p:spPr>
          <a:xfrm>
            <a:off x="552203" y="5655663"/>
            <a:ext cx="5237018" cy="584775"/>
          </a:xfrm>
          <a:prstGeom prst="rect">
            <a:avLst/>
          </a:prstGeom>
          <a:noFill/>
        </p:spPr>
        <p:txBody>
          <a:bodyPr wrap="square" rtlCol="0">
            <a:spAutoFit/>
          </a:bodyPr>
          <a:lstStyle/>
          <a:p>
            <a:r>
              <a:rPr lang="zh-CN" altLang="en-US" sz="1600" b="1" dirty="0">
                <a:latin typeface="微软雅黑" panose="020B0503020204020204" pitchFamily="34" charset="-122"/>
                <a:ea typeface="微软雅黑" panose="020B0503020204020204" pitchFamily="34" charset="-122"/>
              </a:rPr>
              <a:t>图</a:t>
            </a:r>
            <a:r>
              <a:rPr lang="en-US" altLang="zh-CN" sz="1600" b="1" dirty="0">
                <a:latin typeface="微软雅黑" panose="020B0503020204020204" pitchFamily="34" charset="-122"/>
                <a:ea typeface="微软雅黑" panose="020B0503020204020204" pitchFamily="34" charset="-122"/>
              </a:rPr>
              <a:t>1 </a:t>
            </a:r>
            <a:r>
              <a:rPr lang="zh-CN" altLang="en-US" sz="1600" dirty="0">
                <a:latin typeface="微软雅黑" panose="020B0503020204020204" pitchFamily="34" charset="-122"/>
                <a:ea typeface="微软雅黑" panose="020B0503020204020204" pitchFamily="34" charset="-122"/>
              </a:rPr>
              <a:t>课题所用到的文件内容示例。</a:t>
            </a:r>
            <a:r>
              <a:rPr lang="en-US" altLang="zh-CN" sz="1600" dirty="0">
                <a:latin typeface="微软雅黑" panose="020B0503020204020204" pitchFamily="34" charset="-122"/>
                <a:ea typeface="微软雅黑" panose="020B0503020204020204" pitchFamily="34" charset="-122"/>
              </a:rPr>
              <a:t>a</a:t>
            </a:r>
            <a:r>
              <a:rPr lang="zh-CN" altLang="en-US" sz="1600" dirty="0">
                <a:latin typeface="微软雅黑" panose="020B0503020204020204" pitchFamily="34" charset="-122"/>
                <a:ea typeface="微软雅黑" panose="020B0503020204020204" pitchFamily="34" charset="-122"/>
              </a:rPr>
              <a:t>）为</a:t>
            </a:r>
            <a:r>
              <a:rPr lang="en-US" altLang="zh-CN" sz="1600" dirty="0">
                <a:latin typeface="微软雅黑" panose="020B0503020204020204" pitchFamily="34" charset="-122"/>
                <a:ea typeface="微软雅黑" panose="020B0503020204020204" pitchFamily="34" charset="-122"/>
              </a:rPr>
              <a:t>Object File Library</a:t>
            </a:r>
            <a:r>
              <a:rPr lang="zh-CN" altLang="en-US" sz="1600" dirty="0">
                <a:latin typeface="微软雅黑" panose="020B0503020204020204" pitchFamily="34" charset="-122"/>
                <a:ea typeface="微软雅黑" panose="020B0503020204020204" pitchFamily="34" charset="-122"/>
              </a:rPr>
              <a:t>文件，</a:t>
            </a:r>
            <a:r>
              <a:rPr lang="en-US" altLang="zh-CN" sz="1600" dirty="0">
                <a:latin typeface="微软雅黑" panose="020B0503020204020204" pitchFamily="34" charset="-122"/>
                <a:ea typeface="微软雅黑" panose="020B0503020204020204" pitchFamily="34" charset="-122"/>
              </a:rPr>
              <a:t>b</a:t>
            </a:r>
            <a:r>
              <a:rPr lang="zh-CN" altLang="en-US" sz="1600" dirty="0">
                <a:latin typeface="微软雅黑" panose="020B0503020204020204" pitchFamily="34" charset="-122"/>
                <a:ea typeface="微软雅黑" panose="020B0503020204020204" pitchFamily="34" charset="-122"/>
              </a:rPr>
              <a:t>）为</a:t>
            </a:r>
            <a:r>
              <a:rPr lang="en-US" altLang="zh-CN" sz="1600" dirty="0">
                <a:latin typeface="微软雅黑" panose="020B0503020204020204" pitchFamily="34" charset="-122"/>
                <a:ea typeface="微软雅黑" panose="020B0503020204020204" pitchFamily="34" charset="-122"/>
              </a:rPr>
              <a:t>NETS</a:t>
            </a:r>
            <a:r>
              <a:rPr lang="zh-CN" altLang="en-US" sz="1600" dirty="0">
                <a:latin typeface="微软雅黑" panose="020B0503020204020204" pitchFamily="34" charset="-122"/>
                <a:ea typeface="微软雅黑" panose="020B0503020204020204" pitchFamily="34" charset="-122"/>
              </a:rPr>
              <a:t>文件，</a:t>
            </a:r>
            <a:r>
              <a:rPr lang="en-US" altLang="zh-CN" sz="1600" dirty="0">
                <a:latin typeface="微软雅黑" panose="020B0503020204020204" pitchFamily="34" charset="-122"/>
                <a:ea typeface="微软雅黑" panose="020B0503020204020204" pitchFamily="34" charset="-122"/>
              </a:rPr>
              <a:t>c</a:t>
            </a:r>
            <a:r>
              <a:rPr lang="zh-CN" altLang="en-US" sz="1600" dirty="0">
                <a:latin typeface="微软雅黑" panose="020B0503020204020204" pitchFamily="34" charset="-122"/>
                <a:ea typeface="微软雅黑" panose="020B0503020204020204" pitchFamily="34" charset="-122"/>
              </a:rPr>
              <a:t>）为</a:t>
            </a:r>
            <a:r>
              <a:rPr lang="en-US" altLang="zh-CN" sz="1600" dirty="0">
                <a:latin typeface="微软雅黑" panose="020B0503020204020204" pitchFamily="34" charset="-122"/>
                <a:ea typeface="微软雅黑" panose="020B0503020204020204" pitchFamily="34" charset="-122"/>
              </a:rPr>
              <a:t>NODES</a:t>
            </a:r>
            <a:r>
              <a:rPr lang="zh-CN" altLang="en-US" sz="1600" dirty="0">
                <a:latin typeface="微软雅黑" panose="020B0503020204020204" pitchFamily="34" charset="-122"/>
                <a:ea typeface="微软雅黑" panose="020B0503020204020204" pitchFamily="34" charset="-122"/>
              </a:rPr>
              <a:t>文件。</a:t>
            </a:r>
          </a:p>
        </p:txBody>
      </p:sp>
      <p:sp>
        <p:nvSpPr>
          <p:cNvPr id="6" name="文本框 5">
            <a:extLst>
              <a:ext uri="{FF2B5EF4-FFF2-40B4-BE49-F238E27FC236}">
                <a16:creationId xmlns:a16="http://schemas.microsoft.com/office/drawing/2014/main" id="{35366DEC-1782-716E-DA73-18D07A766A38}"/>
              </a:ext>
            </a:extLst>
          </p:cNvPr>
          <p:cNvSpPr txBox="1"/>
          <p:nvPr/>
        </p:nvSpPr>
        <p:spPr>
          <a:xfrm>
            <a:off x="6402781" y="5655662"/>
            <a:ext cx="5237018" cy="338554"/>
          </a:xfrm>
          <a:prstGeom prst="rect">
            <a:avLst/>
          </a:prstGeom>
          <a:noFill/>
        </p:spPr>
        <p:txBody>
          <a:bodyPr wrap="square" rtlCol="0">
            <a:spAutoFit/>
          </a:bodyPr>
          <a:lstStyle/>
          <a:p>
            <a:pPr algn="ctr"/>
            <a:r>
              <a:rPr lang="zh-CN" altLang="en-US" sz="1600" b="1" dirty="0">
                <a:latin typeface="微软雅黑" panose="020B0503020204020204" pitchFamily="34" charset="-122"/>
                <a:ea typeface="微软雅黑" panose="020B0503020204020204" pitchFamily="34" charset="-122"/>
              </a:rPr>
              <a:t>表</a:t>
            </a:r>
            <a:r>
              <a:rPr lang="en-US" altLang="zh-CN" sz="1600" b="1" dirty="0">
                <a:latin typeface="微软雅黑" panose="020B0503020204020204" pitchFamily="34" charset="-122"/>
                <a:ea typeface="微软雅黑" panose="020B0503020204020204" pitchFamily="34" charset="-122"/>
              </a:rPr>
              <a:t>1</a:t>
            </a:r>
            <a:endParaRPr lang="zh-CN" altLang="en-US" sz="1600" dirty="0">
              <a:latin typeface="微软雅黑" panose="020B0503020204020204" pitchFamily="34" charset="-122"/>
              <a:ea typeface="微软雅黑" panose="020B0503020204020204" pitchFamily="34" charset="-122"/>
            </a:endParaRPr>
          </a:p>
        </p:txBody>
      </p:sp>
      <p:sp>
        <p:nvSpPr>
          <p:cNvPr id="10" name="文本框 9">
            <a:extLst>
              <a:ext uri="{FF2B5EF4-FFF2-40B4-BE49-F238E27FC236}">
                <a16:creationId xmlns:a16="http://schemas.microsoft.com/office/drawing/2014/main" id="{6680DDB2-271C-E18A-5CA3-9D45CCB8316F}"/>
              </a:ext>
            </a:extLst>
          </p:cNvPr>
          <p:cNvSpPr txBox="1"/>
          <p:nvPr/>
        </p:nvSpPr>
        <p:spPr>
          <a:xfrm>
            <a:off x="11542816" y="6270171"/>
            <a:ext cx="302820" cy="369332"/>
          </a:xfrm>
          <a:prstGeom prst="rect">
            <a:avLst/>
          </a:prstGeom>
          <a:noFill/>
        </p:spPr>
        <p:txBody>
          <a:bodyPr wrap="square" rtlCol="0">
            <a:spAutoFit/>
          </a:bodyPr>
          <a:lstStyle/>
          <a:p>
            <a:r>
              <a:rPr lang="en-US" altLang="zh-CN" dirty="0"/>
              <a:t>7</a:t>
            </a:r>
            <a:endParaRPr lang="zh-CN" altLang="en-US" dirty="0"/>
          </a:p>
        </p:txBody>
      </p:sp>
    </p:spTree>
    <p:extLst>
      <p:ext uri="{BB962C8B-B14F-4D97-AF65-F5344CB8AC3E}">
        <p14:creationId xmlns:p14="http://schemas.microsoft.com/office/powerpoint/2010/main" val="1583098892"/>
      </p:ext>
    </p:extLst>
  </p:cSld>
  <p:clrMapOvr>
    <a:masterClrMapping/>
  </p:clrMapOvr>
  <mc:AlternateContent xmlns:mc="http://schemas.openxmlformats.org/markup-compatibility/2006" xmlns:p14="http://schemas.microsoft.com/office/powerpoint/2010/main">
    <mc:Choice Requires="p14">
      <p:transition p14:dur="10" advTm="1260"/>
    </mc:Choice>
    <mc:Fallback xmlns="">
      <p:transition advTm="1260"/>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剪去单角 6">
            <a:extLst>
              <a:ext uri="{FF2B5EF4-FFF2-40B4-BE49-F238E27FC236}">
                <a16:creationId xmlns:a16="http://schemas.microsoft.com/office/drawing/2014/main" id="{090DC2B6-60A5-388B-0BEC-885EF4760BEF}"/>
              </a:ext>
            </a:extLst>
          </p:cNvPr>
          <p:cNvSpPr/>
          <p:nvPr/>
        </p:nvSpPr>
        <p:spPr>
          <a:xfrm>
            <a:off x="456510" y="363276"/>
            <a:ext cx="453697" cy="434666"/>
          </a:xfrm>
          <a:prstGeom prst="snip1Rect">
            <a:avLst/>
          </a:prstGeom>
          <a:solidFill>
            <a:srgbClr val="00AF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802295" rtl="0" eaLnBrk="1" latinLnBrk="0" hangingPunct="1">
              <a:defRPr sz="1600" kern="1200">
                <a:solidFill>
                  <a:schemeClr val="lt1"/>
                </a:solidFill>
                <a:latin typeface="+mn-lt"/>
                <a:ea typeface="+mn-ea"/>
                <a:cs typeface="+mn-cs"/>
              </a:defRPr>
            </a:lvl1pPr>
            <a:lvl2pPr marL="401147" algn="l" defTabSz="802295" rtl="0" eaLnBrk="1" latinLnBrk="0" hangingPunct="1">
              <a:defRPr sz="1600" kern="1200">
                <a:solidFill>
                  <a:schemeClr val="lt1"/>
                </a:solidFill>
                <a:latin typeface="+mn-lt"/>
                <a:ea typeface="+mn-ea"/>
                <a:cs typeface="+mn-cs"/>
              </a:defRPr>
            </a:lvl2pPr>
            <a:lvl3pPr marL="802295" algn="l" defTabSz="802295" rtl="0" eaLnBrk="1" latinLnBrk="0" hangingPunct="1">
              <a:defRPr sz="1600" kern="1200">
                <a:solidFill>
                  <a:schemeClr val="lt1"/>
                </a:solidFill>
                <a:latin typeface="+mn-lt"/>
                <a:ea typeface="+mn-ea"/>
                <a:cs typeface="+mn-cs"/>
              </a:defRPr>
            </a:lvl3pPr>
            <a:lvl4pPr marL="1203442" algn="l" defTabSz="802295" rtl="0" eaLnBrk="1" latinLnBrk="0" hangingPunct="1">
              <a:defRPr sz="1600" kern="1200">
                <a:solidFill>
                  <a:schemeClr val="lt1"/>
                </a:solidFill>
                <a:latin typeface="+mn-lt"/>
                <a:ea typeface="+mn-ea"/>
                <a:cs typeface="+mn-cs"/>
              </a:defRPr>
            </a:lvl4pPr>
            <a:lvl5pPr marL="1604589" algn="l" defTabSz="802295" rtl="0" eaLnBrk="1" latinLnBrk="0" hangingPunct="1">
              <a:defRPr sz="1600" kern="1200">
                <a:solidFill>
                  <a:schemeClr val="lt1"/>
                </a:solidFill>
                <a:latin typeface="+mn-lt"/>
                <a:ea typeface="+mn-ea"/>
                <a:cs typeface="+mn-cs"/>
              </a:defRPr>
            </a:lvl5pPr>
            <a:lvl6pPr marL="2005736" algn="l" defTabSz="802295" rtl="0" eaLnBrk="1" latinLnBrk="0" hangingPunct="1">
              <a:defRPr sz="1600" kern="1200">
                <a:solidFill>
                  <a:schemeClr val="lt1"/>
                </a:solidFill>
                <a:latin typeface="+mn-lt"/>
                <a:ea typeface="+mn-ea"/>
                <a:cs typeface="+mn-cs"/>
              </a:defRPr>
            </a:lvl6pPr>
            <a:lvl7pPr marL="2406884" algn="l" defTabSz="802295" rtl="0" eaLnBrk="1" latinLnBrk="0" hangingPunct="1">
              <a:defRPr sz="1600" kern="1200">
                <a:solidFill>
                  <a:schemeClr val="lt1"/>
                </a:solidFill>
                <a:latin typeface="+mn-lt"/>
                <a:ea typeface="+mn-ea"/>
                <a:cs typeface="+mn-cs"/>
              </a:defRPr>
            </a:lvl7pPr>
            <a:lvl8pPr marL="2808031" algn="l" defTabSz="802295" rtl="0" eaLnBrk="1" latinLnBrk="0" hangingPunct="1">
              <a:defRPr sz="1600" kern="1200">
                <a:solidFill>
                  <a:schemeClr val="lt1"/>
                </a:solidFill>
                <a:latin typeface="+mn-lt"/>
                <a:ea typeface="+mn-ea"/>
                <a:cs typeface="+mn-cs"/>
              </a:defRPr>
            </a:lvl8pPr>
            <a:lvl9pPr marL="3209178" algn="l" defTabSz="802295" rtl="0" eaLnBrk="1" latinLnBrk="0" hangingPunct="1">
              <a:defRPr sz="1600" kern="1200">
                <a:solidFill>
                  <a:schemeClr val="lt1"/>
                </a:solidFill>
                <a:latin typeface="+mn-lt"/>
                <a:ea typeface="+mn-ea"/>
                <a:cs typeface="+mn-cs"/>
              </a:defRPr>
            </a:lvl9pPr>
          </a:lstStyle>
          <a:p>
            <a:pPr algn="ctr"/>
            <a:endParaRPr lang="zh-CN" altLang="en-US"/>
          </a:p>
        </p:txBody>
      </p:sp>
      <p:sp>
        <p:nvSpPr>
          <p:cNvPr id="8" name="矩形: 剪去单角 7">
            <a:extLst>
              <a:ext uri="{FF2B5EF4-FFF2-40B4-BE49-F238E27FC236}">
                <a16:creationId xmlns:a16="http://schemas.microsoft.com/office/drawing/2014/main" id="{7C49A1BE-A0E7-7AF3-F4A0-69B94FF892C6}"/>
              </a:ext>
            </a:extLst>
          </p:cNvPr>
          <p:cNvSpPr/>
          <p:nvPr/>
        </p:nvSpPr>
        <p:spPr>
          <a:xfrm>
            <a:off x="384502" y="435284"/>
            <a:ext cx="453697" cy="434666"/>
          </a:xfrm>
          <a:prstGeom prst="snip1Rect">
            <a:avLst/>
          </a:prstGeom>
          <a:solidFill>
            <a:srgbClr val="005EA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802295" rtl="0" eaLnBrk="1" latinLnBrk="0" hangingPunct="1">
              <a:defRPr sz="1600" kern="1200">
                <a:solidFill>
                  <a:schemeClr val="lt1"/>
                </a:solidFill>
                <a:latin typeface="+mn-lt"/>
                <a:ea typeface="+mn-ea"/>
                <a:cs typeface="+mn-cs"/>
              </a:defRPr>
            </a:lvl1pPr>
            <a:lvl2pPr marL="401147" algn="l" defTabSz="802295" rtl="0" eaLnBrk="1" latinLnBrk="0" hangingPunct="1">
              <a:defRPr sz="1600" kern="1200">
                <a:solidFill>
                  <a:schemeClr val="lt1"/>
                </a:solidFill>
                <a:latin typeface="+mn-lt"/>
                <a:ea typeface="+mn-ea"/>
                <a:cs typeface="+mn-cs"/>
              </a:defRPr>
            </a:lvl2pPr>
            <a:lvl3pPr marL="802295" algn="l" defTabSz="802295" rtl="0" eaLnBrk="1" latinLnBrk="0" hangingPunct="1">
              <a:defRPr sz="1600" kern="1200">
                <a:solidFill>
                  <a:schemeClr val="lt1"/>
                </a:solidFill>
                <a:latin typeface="+mn-lt"/>
                <a:ea typeface="+mn-ea"/>
                <a:cs typeface="+mn-cs"/>
              </a:defRPr>
            </a:lvl3pPr>
            <a:lvl4pPr marL="1203442" algn="l" defTabSz="802295" rtl="0" eaLnBrk="1" latinLnBrk="0" hangingPunct="1">
              <a:defRPr sz="1600" kern="1200">
                <a:solidFill>
                  <a:schemeClr val="lt1"/>
                </a:solidFill>
                <a:latin typeface="+mn-lt"/>
                <a:ea typeface="+mn-ea"/>
                <a:cs typeface="+mn-cs"/>
              </a:defRPr>
            </a:lvl4pPr>
            <a:lvl5pPr marL="1604589" algn="l" defTabSz="802295" rtl="0" eaLnBrk="1" latinLnBrk="0" hangingPunct="1">
              <a:defRPr sz="1600" kern="1200">
                <a:solidFill>
                  <a:schemeClr val="lt1"/>
                </a:solidFill>
                <a:latin typeface="+mn-lt"/>
                <a:ea typeface="+mn-ea"/>
                <a:cs typeface="+mn-cs"/>
              </a:defRPr>
            </a:lvl5pPr>
            <a:lvl6pPr marL="2005736" algn="l" defTabSz="802295" rtl="0" eaLnBrk="1" latinLnBrk="0" hangingPunct="1">
              <a:defRPr sz="1600" kern="1200">
                <a:solidFill>
                  <a:schemeClr val="lt1"/>
                </a:solidFill>
                <a:latin typeface="+mn-lt"/>
                <a:ea typeface="+mn-ea"/>
                <a:cs typeface="+mn-cs"/>
              </a:defRPr>
            </a:lvl6pPr>
            <a:lvl7pPr marL="2406884" algn="l" defTabSz="802295" rtl="0" eaLnBrk="1" latinLnBrk="0" hangingPunct="1">
              <a:defRPr sz="1600" kern="1200">
                <a:solidFill>
                  <a:schemeClr val="lt1"/>
                </a:solidFill>
                <a:latin typeface="+mn-lt"/>
                <a:ea typeface="+mn-ea"/>
                <a:cs typeface="+mn-cs"/>
              </a:defRPr>
            </a:lvl7pPr>
            <a:lvl8pPr marL="2808031" algn="l" defTabSz="802295" rtl="0" eaLnBrk="1" latinLnBrk="0" hangingPunct="1">
              <a:defRPr sz="1600" kern="1200">
                <a:solidFill>
                  <a:schemeClr val="lt1"/>
                </a:solidFill>
                <a:latin typeface="+mn-lt"/>
                <a:ea typeface="+mn-ea"/>
                <a:cs typeface="+mn-cs"/>
              </a:defRPr>
            </a:lvl8pPr>
            <a:lvl9pPr marL="3209178" algn="l" defTabSz="802295" rtl="0" eaLnBrk="1" latinLnBrk="0" hangingPunct="1">
              <a:defRPr sz="1600" kern="1200">
                <a:solidFill>
                  <a:schemeClr val="lt1"/>
                </a:solidFill>
                <a:latin typeface="+mn-lt"/>
                <a:ea typeface="+mn-ea"/>
                <a:cs typeface="+mn-cs"/>
              </a:defRPr>
            </a:lvl9pPr>
          </a:lstStyle>
          <a:p>
            <a:pPr algn="ctr"/>
            <a:endParaRPr lang="en-US" altLang="zh-CN" sz="4000" dirty="0">
              <a:latin typeface="方正兰亭准黑_GBK" panose="02000000000000000000" pitchFamily="2" charset="-122"/>
              <a:ea typeface="方正兰亭准黑_GBK" panose="02000000000000000000" pitchFamily="2" charset="-122"/>
            </a:endParaRPr>
          </a:p>
        </p:txBody>
      </p:sp>
      <p:sp>
        <p:nvSpPr>
          <p:cNvPr id="9" name="文本框 8">
            <a:extLst>
              <a:ext uri="{FF2B5EF4-FFF2-40B4-BE49-F238E27FC236}">
                <a16:creationId xmlns:a16="http://schemas.microsoft.com/office/drawing/2014/main" id="{B1AF1609-1A2E-42F7-1CDB-A412B6C665CA}"/>
              </a:ext>
            </a:extLst>
          </p:cNvPr>
          <p:cNvSpPr txBox="1"/>
          <p:nvPr/>
        </p:nvSpPr>
        <p:spPr>
          <a:xfrm>
            <a:off x="982215" y="422115"/>
            <a:ext cx="2809298" cy="375827"/>
          </a:xfrm>
          <a:prstGeom prst="rect">
            <a:avLst/>
          </a:prstGeom>
          <a:noFill/>
        </p:spPr>
        <p:txBody>
          <a:bodyPr wrap="square" lIns="67391" tIns="33696" rIns="67391" bIns="33696" rtlCol="0">
            <a:spAutoFit/>
          </a:bodyPr>
          <a:lstStyle>
            <a:defPPr>
              <a:defRPr lang="zh-CN"/>
            </a:defPPr>
            <a:lvl1pPr marL="0" algn="l" defTabSz="802295" rtl="0" eaLnBrk="1" latinLnBrk="0" hangingPunct="1">
              <a:defRPr sz="1600" kern="1200">
                <a:solidFill>
                  <a:schemeClr val="tx1"/>
                </a:solidFill>
                <a:latin typeface="+mn-lt"/>
                <a:ea typeface="+mn-ea"/>
                <a:cs typeface="+mn-cs"/>
              </a:defRPr>
            </a:lvl1pPr>
            <a:lvl2pPr marL="401147" algn="l" defTabSz="802295" rtl="0" eaLnBrk="1" latinLnBrk="0" hangingPunct="1">
              <a:defRPr sz="1600" kern="1200">
                <a:solidFill>
                  <a:schemeClr val="tx1"/>
                </a:solidFill>
                <a:latin typeface="+mn-lt"/>
                <a:ea typeface="+mn-ea"/>
                <a:cs typeface="+mn-cs"/>
              </a:defRPr>
            </a:lvl2pPr>
            <a:lvl3pPr marL="802295" algn="l" defTabSz="802295" rtl="0" eaLnBrk="1" latinLnBrk="0" hangingPunct="1">
              <a:defRPr sz="1600" kern="1200">
                <a:solidFill>
                  <a:schemeClr val="tx1"/>
                </a:solidFill>
                <a:latin typeface="+mn-lt"/>
                <a:ea typeface="+mn-ea"/>
                <a:cs typeface="+mn-cs"/>
              </a:defRPr>
            </a:lvl3pPr>
            <a:lvl4pPr marL="1203442" algn="l" defTabSz="802295" rtl="0" eaLnBrk="1" latinLnBrk="0" hangingPunct="1">
              <a:defRPr sz="1600" kern="1200">
                <a:solidFill>
                  <a:schemeClr val="tx1"/>
                </a:solidFill>
                <a:latin typeface="+mn-lt"/>
                <a:ea typeface="+mn-ea"/>
                <a:cs typeface="+mn-cs"/>
              </a:defRPr>
            </a:lvl4pPr>
            <a:lvl5pPr marL="1604589" algn="l" defTabSz="802295" rtl="0" eaLnBrk="1" latinLnBrk="0" hangingPunct="1">
              <a:defRPr sz="1600" kern="1200">
                <a:solidFill>
                  <a:schemeClr val="tx1"/>
                </a:solidFill>
                <a:latin typeface="+mn-lt"/>
                <a:ea typeface="+mn-ea"/>
                <a:cs typeface="+mn-cs"/>
              </a:defRPr>
            </a:lvl5pPr>
            <a:lvl6pPr marL="2005736" algn="l" defTabSz="802295" rtl="0" eaLnBrk="1" latinLnBrk="0" hangingPunct="1">
              <a:defRPr sz="1600" kern="1200">
                <a:solidFill>
                  <a:schemeClr val="tx1"/>
                </a:solidFill>
                <a:latin typeface="+mn-lt"/>
                <a:ea typeface="+mn-ea"/>
                <a:cs typeface="+mn-cs"/>
              </a:defRPr>
            </a:lvl6pPr>
            <a:lvl7pPr marL="2406884" algn="l" defTabSz="802295" rtl="0" eaLnBrk="1" latinLnBrk="0" hangingPunct="1">
              <a:defRPr sz="1600" kern="1200">
                <a:solidFill>
                  <a:schemeClr val="tx1"/>
                </a:solidFill>
                <a:latin typeface="+mn-lt"/>
                <a:ea typeface="+mn-ea"/>
                <a:cs typeface="+mn-cs"/>
              </a:defRPr>
            </a:lvl7pPr>
            <a:lvl8pPr marL="2808031" algn="l" defTabSz="802295" rtl="0" eaLnBrk="1" latinLnBrk="0" hangingPunct="1">
              <a:defRPr sz="1600" kern="1200">
                <a:solidFill>
                  <a:schemeClr val="tx1"/>
                </a:solidFill>
                <a:latin typeface="+mn-lt"/>
                <a:ea typeface="+mn-ea"/>
                <a:cs typeface="+mn-cs"/>
              </a:defRPr>
            </a:lvl8pPr>
            <a:lvl9pPr marL="3209178" algn="l" defTabSz="802295" rtl="0" eaLnBrk="1" latinLnBrk="0" hangingPunct="1">
              <a:defRPr sz="1600" kern="1200">
                <a:solidFill>
                  <a:schemeClr val="tx1"/>
                </a:solidFill>
                <a:latin typeface="+mn-lt"/>
                <a:ea typeface="+mn-ea"/>
                <a:cs typeface="+mn-cs"/>
              </a:defRPr>
            </a:lvl9pPr>
          </a:lstStyle>
          <a:p>
            <a:r>
              <a:rPr lang="en-US" altLang="zh-CN" sz="2000" dirty="0">
                <a:solidFill>
                  <a:srgbClr val="2D5593"/>
                </a:solidFill>
                <a:latin typeface="微软雅黑" panose="020B0503020204020204" pitchFamily="34" charset="-122"/>
                <a:ea typeface="微软雅黑" panose="020B0503020204020204" pitchFamily="34" charset="-122"/>
              </a:rPr>
              <a:t>2.2</a:t>
            </a:r>
            <a:r>
              <a:rPr lang="zh-CN" altLang="en-US" sz="2000" dirty="0">
                <a:solidFill>
                  <a:srgbClr val="2D5593"/>
                </a:solidFill>
                <a:latin typeface="微软雅黑" panose="020B0503020204020204" pitchFamily="34" charset="-122"/>
                <a:ea typeface="微软雅黑" panose="020B0503020204020204" pitchFamily="34" charset="-122"/>
              </a:rPr>
              <a:t> 准备工作</a:t>
            </a:r>
            <a:endParaRPr lang="en-US" altLang="zh-CN" sz="2000" dirty="0">
              <a:solidFill>
                <a:srgbClr val="2D5593"/>
              </a:solidFill>
              <a:latin typeface="微软雅黑" panose="020B0503020204020204" pitchFamily="34" charset="-122"/>
              <a:ea typeface="微软雅黑" panose="020B0503020204020204" pitchFamily="34" charset="-122"/>
            </a:endParaRPr>
          </a:p>
        </p:txBody>
      </p:sp>
      <p:sp>
        <p:nvSpPr>
          <p:cNvPr id="12" name="文本框 11">
            <a:extLst>
              <a:ext uri="{FF2B5EF4-FFF2-40B4-BE49-F238E27FC236}">
                <a16:creationId xmlns:a16="http://schemas.microsoft.com/office/drawing/2014/main" id="{C655A3E3-E8BB-8144-FD2E-FED74870E4EF}"/>
              </a:ext>
            </a:extLst>
          </p:cNvPr>
          <p:cNvSpPr txBox="1"/>
          <p:nvPr/>
        </p:nvSpPr>
        <p:spPr>
          <a:xfrm>
            <a:off x="1434935" y="1116044"/>
            <a:ext cx="9322130" cy="1857753"/>
          </a:xfrm>
          <a:prstGeom prst="rect">
            <a:avLst/>
          </a:prstGeom>
          <a:noFill/>
        </p:spPr>
        <p:txBody>
          <a:bodyPr wrap="square" rtlCol="0">
            <a:spAutoFit/>
          </a:bodyPr>
          <a:lstStyle/>
          <a:p>
            <a:pPr indent="279400">
              <a:lnSpc>
                <a:spcPct val="130000"/>
              </a:lnSpc>
            </a:pPr>
            <a:r>
              <a:rPr lang="zh-CN" altLang="zh-CN" sz="1800" dirty="0">
                <a:effectLst/>
                <a:latin typeface="微软雅黑" panose="020B0503020204020204" pitchFamily="34" charset="-122"/>
                <a:ea typeface="微软雅黑" panose="020B0503020204020204" pitchFamily="34" charset="-122"/>
                <a:cs typeface="Arial" panose="020B0604020202020204" pitchFamily="34" charset="0"/>
              </a:rPr>
              <a:t>准备工作</a:t>
            </a:r>
            <a:r>
              <a:rPr lang="zh-CN" altLang="en-US" dirty="0">
                <a:latin typeface="微软雅黑" panose="020B0503020204020204" pitchFamily="34" charset="-122"/>
                <a:ea typeface="微软雅黑" panose="020B0503020204020204" pitchFamily="34" charset="-122"/>
                <a:cs typeface="Arial" panose="020B0604020202020204" pitchFamily="34" charset="0"/>
              </a:rPr>
              <a:t>所生成的用于初始划分的文件如图</a:t>
            </a:r>
            <a:r>
              <a:rPr lang="en-US" altLang="zh-CN" dirty="0">
                <a:latin typeface="微软雅黑" panose="020B0503020204020204" pitchFamily="34" charset="-122"/>
                <a:ea typeface="微软雅黑" panose="020B0503020204020204" pitchFamily="34" charset="-122"/>
                <a:cs typeface="Arial" panose="020B0604020202020204" pitchFamily="34" charset="0"/>
              </a:rPr>
              <a:t>2</a:t>
            </a:r>
            <a:r>
              <a:rPr lang="zh-CN" altLang="en-US" dirty="0">
                <a:latin typeface="微软雅黑" panose="020B0503020204020204" pitchFamily="34" charset="-122"/>
                <a:ea typeface="微软雅黑" panose="020B0503020204020204" pitchFamily="34" charset="-122"/>
                <a:cs typeface="Arial" panose="020B0604020202020204" pitchFamily="34" charset="0"/>
              </a:rPr>
              <a:t>所示，且该文件被命名为</a:t>
            </a:r>
            <a:r>
              <a:rPr lang="en-US" altLang="zh-CN" dirty="0">
                <a:latin typeface="微软雅黑" panose="020B0503020204020204" pitchFamily="34" charset="-122"/>
                <a:ea typeface="微软雅黑" panose="020B0503020204020204" pitchFamily="34" charset="-122"/>
                <a:cs typeface="Arial" panose="020B0604020202020204" pitchFamily="34" charset="0"/>
              </a:rPr>
              <a:t>HGR</a:t>
            </a:r>
            <a:r>
              <a:rPr lang="zh-CN" altLang="en-US" dirty="0">
                <a:latin typeface="微软雅黑" panose="020B0503020204020204" pitchFamily="34" charset="-122"/>
                <a:ea typeface="微软雅黑" panose="020B0503020204020204" pitchFamily="34" charset="-122"/>
                <a:cs typeface="Arial" panose="020B0604020202020204" pitchFamily="34" charset="0"/>
              </a:rPr>
              <a:t>（</a:t>
            </a:r>
            <a:r>
              <a:rPr lang="en-US" altLang="zh-CN" dirty="0">
                <a:latin typeface="微软雅黑" panose="020B0503020204020204" pitchFamily="34" charset="-122"/>
                <a:ea typeface="微软雅黑" panose="020B0503020204020204" pitchFamily="34" charset="-122"/>
                <a:cs typeface="Arial" panose="020B0604020202020204" pitchFamily="34" charset="0"/>
              </a:rPr>
              <a:t>.</a:t>
            </a:r>
            <a:r>
              <a:rPr lang="en-US" altLang="zh-CN" dirty="0" err="1">
                <a:latin typeface="微软雅黑" panose="020B0503020204020204" pitchFamily="34" charset="-122"/>
                <a:ea typeface="微软雅黑" panose="020B0503020204020204" pitchFamily="34" charset="-122"/>
                <a:cs typeface="Arial" panose="020B0604020202020204" pitchFamily="34" charset="0"/>
              </a:rPr>
              <a:t>hgr</a:t>
            </a:r>
            <a:r>
              <a:rPr lang="zh-CN" altLang="en-US" dirty="0">
                <a:latin typeface="微软雅黑" panose="020B0503020204020204" pitchFamily="34" charset="-122"/>
                <a:ea typeface="微软雅黑" panose="020B0503020204020204" pitchFamily="34" charset="-122"/>
                <a:cs typeface="Arial" panose="020B0604020202020204" pitchFamily="34" charset="0"/>
              </a:rPr>
              <a:t>）文件。</a:t>
            </a:r>
            <a:endParaRPr lang="en-US" altLang="zh-CN" dirty="0">
              <a:latin typeface="微软雅黑" panose="020B0503020204020204" pitchFamily="34" charset="-122"/>
              <a:ea typeface="微软雅黑" panose="020B0503020204020204" pitchFamily="34" charset="-122"/>
              <a:cs typeface="Arial" panose="020B0604020202020204" pitchFamily="34" charset="0"/>
            </a:endParaRPr>
          </a:p>
          <a:p>
            <a:pPr indent="279400">
              <a:lnSpc>
                <a:spcPct val="130000"/>
              </a:lnSpc>
            </a:pPr>
            <a:r>
              <a:rPr lang="en-US" altLang="zh-CN" dirty="0">
                <a:latin typeface="微软雅黑" panose="020B0503020204020204" pitchFamily="34" charset="-122"/>
                <a:ea typeface="微软雅黑" panose="020B0503020204020204" pitchFamily="34" charset="-122"/>
                <a:cs typeface="Arial" panose="020B0604020202020204" pitchFamily="34" charset="0"/>
              </a:rPr>
              <a:t>HGR</a:t>
            </a:r>
            <a:r>
              <a:rPr lang="zh-CN" altLang="en-US" dirty="0">
                <a:latin typeface="微软雅黑" panose="020B0503020204020204" pitchFamily="34" charset="-122"/>
                <a:ea typeface="微软雅黑" panose="020B0503020204020204" pitchFamily="34" charset="-122"/>
                <a:cs typeface="Arial" panose="020B0604020202020204" pitchFamily="34" charset="0"/>
              </a:rPr>
              <a:t>文件内容为：第一行有四个整数，第一个整数为</a:t>
            </a:r>
            <a:r>
              <a:rPr lang="en-US" altLang="zh-CN" dirty="0">
                <a:latin typeface="微软雅黑" panose="020B0503020204020204" pitchFamily="34" charset="-122"/>
                <a:ea typeface="微软雅黑" panose="020B0503020204020204" pitchFamily="34" charset="-122"/>
                <a:cs typeface="Arial" panose="020B0604020202020204" pitchFamily="34" charset="0"/>
              </a:rPr>
              <a:t>0</a:t>
            </a:r>
            <a:r>
              <a:rPr lang="zh-CN" altLang="en-US" dirty="0">
                <a:latin typeface="微软雅黑" panose="020B0503020204020204" pitchFamily="34" charset="-122"/>
                <a:ea typeface="微软雅黑" panose="020B0503020204020204" pitchFamily="34" charset="-122"/>
                <a:cs typeface="Arial" panose="020B0604020202020204" pitchFamily="34" charset="0"/>
              </a:rPr>
              <a:t>或</a:t>
            </a:r>
            <a:r>
              <a:rPr lang="en-US" altLang="zh-CN" dirty="0">
                <a:latin typeface="微软雅黑" panose="020B0503020204020204" pitchFamily="34" charset="-122"/>
                <a:ea typeface="微软雅黑" panose="020B0503020204020204" pitchFamily="34" charset="-122"/>
                <a:cs typeface="Arial" panose="020B0604020202020204" pitchFamily="34" charset="0"/>
              </a:rPr>
              <a:t>1</a:t>
            </a:r>
            <a:r>
              <a:rPr lang="zh-CN" altLang="en-US" dirty="0">
                <a:latin typeface="微软雅黑" panose="020B0503020204020204" pitchFamily="34" charset="-122"/>
                <a:ea typeface="微软雅黑" panose="020B0503020204020204" pitchFamily="34" charset="-122"/>
                <a:cs typeface="Arial" panose="020B0604020202020204" pitchFamily="34" charset="0"/>
              </a:rPr>
              <a:t>（表示下列数据的起始索引），第二、三个整数分别 </a:t>
            </a:r>
            <a:r>
              <a:rPr lang="en-US" altLang="zh-CN" dirty="0">
                <a:latin typeface="微软雅黑" panose="020B0503020204020204" pitchFamily="34" charset="-122"/>
                <a:ea typeface="微软雅黑" panose="020B0503020204020204" pitchFamily="34" charset="-122"/>
                <a:cs typeface="Arial" panose="020B0604020202020204" pitchFamily="34" charset="0"/>
              </a:rPr>
              <a:t>node </a:t>
            </a:r>
            <a:r>
              <a:rPr lang="zh-CN" altLang="en-US" dirty="0">
                <a:latin typeface="微软雅黑" panose="020B0503020204020204" pitchFamily="34" charset="-122"/>
                <a:ea typeface="微软雅黑" panose="020B0503020204020204" pitchFamily="34" charset="-122"/>
                <a:cs typeface="Arial" panose="020B0604020202020204" pitchFamily="34" charset="0"/>
              </a:rPr>
              <a:t>数和 </a:t>
            </a:r>
            <a:r>
              <a:rPr lang="en-US" altLang="zh-CN" dirty="0">
                <a:latin typeface="微软雅黑" panose="020B0503020204020204" pitchFamily="34" charset="-122"/>
                <a:ea typeface="微软雅黑" panose="020B0503020204020204" pitchFamily="34" charset="-122"/>
                <a:cs typeface="Arial" panose="020B0604020202020204" pitchFamily="34" charset="0"/>
              </a:rPr>
              <a:t>net </a:t>
            </a:r>
            <a:r>
              <a:rPr lang="zh-CN" altLang="en-US" dirty="0">
                <a:latin typeface="微软雅黑" panose="020B0503020204020204" pitchFamily="34" charset="-122"/>
                <a:ea typeface="微软雅黑" panose="020B0503020204020204" pitchFamily="34" charset="-122"/>
                <a:cs typeface="Arial" panose="020B0604020202020204" pitchFamily="34" charset="0"/>
              </a:rPr>
              <a:t>数，第四个整数为总指针数（</a:t>
            </a:r>
            <a:r>
              <a:rPr lang="en-US" altLang="zh-CN" dirty="0">
                <a:latin typeface="微软雅黑" panose="020B0503020204020204" pitchFamily="34" charset="-122"/>
                <a:ea typeface="微软雅黑" panose="020B0503020204020204" pitchFamily="34" charset="-122"/>
                <a:cs typeface="Arial" panose="020B0604020202020204" pitchFamily="34" charset="0"/>
              </a:rPr>
              <a:t>pins</a:t>
            </a:r>
            <a:r>
              <a:rPr lang="zh-CN" altLang="en-US" dirty="0">
                <a:latin typeface="微软雅黑" panose="020B0503020204020204" pitchFamily="34" charset="-122"/>
                <a:ea typeface="微软雅黑" panose="020B0503020204020204" pitchFamily="34" charset="-122"/>
                <a:cs typeface="Arial" panose="020B0604020202020204" pitchFamily="34" charset="0"/>
              </a:rPr>
              <a:t>，对应原始数据文件各个</a:t>
            </a:r>
            <a:r>
              <a:rPr lang="en-US" altLang="zh-CN" dirty="0">
                <a:latin typeface="微软雅黑" panose="020B0503020204020204" pitchFamily="34" charset="-122"/>
                <a:ea typeface="微软雅黑" panose="020B0503020204020204" pitchFamily="34" charset="-122"/>
                <a:cs typeface="Arial" panose="020B0604020202020204" pitchFamily="34" charset="0"/>
              </a:rPr>
              <a:t>net</a:t>
            </a:r>
            <a:r>
              <a:rPr lang="zh-CN" altLang="en-US" dirty="0">
                <a:latin typeface="微软雅黑" panose="020B0503020204020204" pitchFamily="34" charset="-122"/>
                <a:ea typeface="微软雅黑" panose="020B0503020204020204" pitchFamily="34" charset="-122"/>
                <a:cs typeface="Arial" panose="020B0604020202020204" pitchFamily="34" charset="0"/>
              </a:rPr>
              <a:t>的</a:t>
            </a:r>
            <a:r>
              <a:rPr lang="en-US" altLang="zh-CN" dirty="0">
                <a:latin typeface="微软雅黑" panose="020B0503020204020204" pitchFamily="34" charset="-122"/>
                <a:ea typeface="微软雅黑" panose="020B0503020204020204" pitchFamily="34" charset="-122"/>
                <a:cs typeface="Arial" panose="020B0604020202020204" pitchFamily="34" charset="0"/>
              </a:rPr>
              <a:t>node</a:t>
            </a:r>
            <a:r>
              <a:rPr lang="zh-CN" altLang="en-US" dirty="0">
                <a:latin typeface="微软雅黑" panose="020B0503020204020204" pitchFamily="34" charset="-122"/>
                <a:ea typeface="微软雅黑" panose="020B0503020204020204" pitchFamily="34" charset="-122"/>
                <a:cs typeface="Arial" panose="020B0604020202020204" pitchFamily="34" charset="0"/>
              </a:rPr>
              <a:t>数的总和）；从第二行开始，每一行表示同一个 </a:t>
            </a:r>
            <a:r>
              <a:rPr lang="en-US" altLang="zh-CN" dirty="0">
                <a:latin typeface="微软雅黑" panose="020B0503020204020204" pitchFamily="34" charset="-122"/>
                <a:ea typeface="微软雅黑" panose="020B0503020204020204" pitchFamily="34" charset="-122"/>
                <a:cs typeface="Arial" panose="020B0604020202020204" pitchFamily="34" charset="0"/>
              </a:rPr>
              <a:t>net </a:t>
            </a:r>
            <a:r>
              <a:rPr lang="zh-CN" altLang="en-US" dirty="0">
                <a:latin typeface="微软雅黑" panose="020B0503020204020204" pitchFamily="34" charset="-122"/>
                <a:ea typeface="微软雅黑" panose="020B0503020204020204" pitchFamily="34" charset="-122"/>
                <a:cs typeface="Arial" panose="020B0604020202020204" pitchFamily="34" charset="0"/>
              </a:rPr>
              <a:t>中的 </a:t>
            </a:r>
            <a:r>
              <a:rPr lang="en-US" altLang="zh-CN" dirty="0">
                <a:latin typeface="微软雅黑" panose="020B0503020204020204" pitchFamily="34" charset="-122"/>
                <a:ea typeface="微软雅黑" panose="020B0503020204020204" pitchFamily="34" charset="-122"/>
                <a:cs typeface="Arial" panose="020B0604020202020204" pitchFamily="34" charset="0"/>
              </a:rPr>
              <a:t>node </a:t>
            </a:r>
            <a:r>
              <a:rPr lang="zh-CN" altLang="en-US" dirty="0">
                <a:latin typeface="微软雅黑" panose="020B0503020204020204" pitchFamily="34" charset="-122"/>
                <a:ea typeface="微软雅黑" panose="020B0503020204020204" pitchFamily="34" charset="-122"/>
                <a:cs typeface="Arial" panose="020B0604020202020204" pitchFamily="34" charset="0"/>
              </a:rPr>
              <a:t>的索引，不同行表示不同的 </a:t>
            </a:r>
            <a:r>
              <a:rPr lang="en-US" altLang="zh-CN" dirty="0">
                <a:latin typeface="微软雅黑" panose="020B0503020204020204" pitchFamily="34" charset="-122"/>
                <a:ea typeface="微软雅黑" panose="020B0503020204020204" pitchFamily="34" charset="-122"/>
                <a:cs typeface="Arial" panose="020B0604020202020204" pitchFamily="34" charset="0"/>
              </a:rPr>
              <a:t>net </a:t>
            </a:r>
            <a:r>
              <a:rPr lang="zh-CN" altLang="en-US" dirty="0">
                <a:latin typeface="微软雅黑" panose="020B0503020204020204" pitchFamily="34" charset="-122"/>
                <a:ea typeface="微软雅黑" panose="020B0503020204020204" pitchFamily="34" charset="-122"/>
                <a:cs typeface="Arial" panose="020B0604020202020204" pitchFamily="34" charset="0"/>
              </a:rPr>
              <a:t>。</a:t>
            </a:r>
            <a:endParaRPr lang="en-US" altLang="zh-CN" sz="1800" dirty="0">
              <a:effectLst/>
              <a:latin typeface="微软雅黑" panose="020B0503020204020204" pitchFamily="34" charset="-122"/>
              <a:ea typeface="微软雅黑" panose="020B0503020204020204" pitchFamily="34" charset="-122"/>
              <a:cs typeface="Arial" panose="020B0604020202020204" pitchFamily="34" charset="0"/>
            </a:endParaRPr>
          </a:p>
        </p:txBody>
      </p:sp>
      <p:pic>
        <p:nvPicPr>
          <p:cNvPr id="3" name="图片 2">
            <a:extLst>
              <a:ext uri="{FF2B5EF4-FFF2-40B4-BE49-F238E27FC236}">
                <a16:creationId xmlns:a16="http://schemas.microsoft.com/office/drawing/2014/main" id="{ECC31A22-325F-69AB-474F-C025DC6B90A9}"/>
              </a:ext>
            </a:extLst>
          </p:cNvPr>
          <p:cNvPicPr>
            <a:picLocks noChangeAspect="1"/>
          </p:cNvPicPr>
          <p:nvPr/>
        </p:nvPicPr>
        <p:blipFill>
          <a:blip r:embed="rId2"/>
          <a:stretch>
            <a:fillRect/>
          </a:stretch>
        </p:blipFill>
        <p:spPr>
          <a:xfrm>
            <a:off x="2025731" y="2973797"/>
            <a:ext cx="5726878" cy="2979301"/>
          </a:xfrm>
          <a:prstGeom prst="rect">
            <a:avLst/>
          </a:prstGeom>
        </p:spPr>
      </p:pic>
      <p:sp>
        <p:nvSpPr>
          <p:cNvPr id="10" name="文本框 9">
            <a:extLst>
              <a:ext uri="{FF2B5EF4-FFF2-40B4-BE49-F238E27FC236}">
                <a16:creationId xmlns:a16="http://schemas.microsoft.com/office/drawing/2014/main" id="{F1EEFF81-D9E0-CF67-A606-7C96DFA72925}"/>
              </a:ext>
            </a:extLst>
          </p:cNvPr>
          <p:cNvSpPr txBox="1"/>
          <p:nvPr/>
        </p:nvSpPr>
        <p:spPr>
          <a:xfrm>
            <a:off x="2515591" y="5953098"/>
            <a:ext cx="5237018" cy="584775"/>
          </a:xfrm>
          <a:prstGeom prst="rect">
            <a:avLst/>
          </a:prstGeom>
          <a:noFill/>
        </p:spPr>
        <p:txBody>
          <a:bodyPr wrap="square" rtlCol="0">
            <a:spAutoFit/>
          </a:bodyPr>
          <a:lstStyle/>
          <a:p>
            <a:r>
              <a:rPr lang="zh-CN" altLang="en-US" sz="1600" b="1" dirty="0">
                <a:latin typeface="微软雅黑" panose="020B0503020204020204" pitchFamily="34" charset="-122"/>
                <a:ea typeface="微软雅黑" panose="020B0503020204020204" pitchFamily="34" charset="-122"/>
              </a:rPr>
              <a:t>图</a:t>
            </a:r>
            <a:r>
              <a:rPr lang="en-US" altLang="zh-CN" sz="1600" b="1" dirty="0">
                <a:latin typeface="微软雅黑" panose="020B0503020204020204" pitchFamily="34" charset="-122"/>
                <a:ea typeface="微软雅黑" panose="020B0503020204020204" pitchFamily="34" charset="-122"/>
              </a:rPr>
              <a:t>1 </a:t>
            </a:r>
            <a:r>
              <a:rPr lang="zh-CN" altLang="en-US" sz="1600" dirty="0">
                <a:latin typeface="微软雅黑" panose="020B0503020204020204" pitchFamily="34" charset="-122"/>
                <a:ea typeface="微软雅黑" panose="020B0503020204020204" pitchFamily="34" charset="-122"/>
              </a:rPr>
              <a:t>课题所用到的文件内容示例。</a:t>
            </a:r>
            <a:r>
              <a:rPr lang="en-US" altLang="zh-CN" sz="1600" dirty="0">
                <a:latin typeface="微软雅黑" panose="020B0503020204020204" pitchFamily="34" charset="-122"/>
                <a:ea typeface="微软雅黑" panose="020B0503020204020204" pitchFamily="34" charset="-122"/>
              </a:rPr>
              <a:t>a</a:t>
            </a:r>
            <a:r>
              <a:rPr lang="zh-CN" altLang="en-US" sz="1600" dirty="0">
                <a:latin typeface="微软雅黑" panose="020B0503020204020204" pitchFamily="34" charset="-122"/>
                <a:ea typeface="微软雅黑" panose="020B0503020204020204" pitchFamily="34" charset="-122"/>
              </a:rPr>
              <a:t>）为</a:t>
            </a:r>
            <a:r>
              <a:rPr lang="en-US" altLang="zh-CN" sz="1600" dirty="0">
                <a:latin typeface="微软雅黑" panose="020B0503020204020204" pitchFamily="34" charset="-122"/>
                <a:ea typeface="微软雅黑" panose="020B0503020204020204" pitchFamily="34" charset="-122"/>
              </a:rPr>
              <a:t>Object File Library</a:t>
            </a:r>
            <a:r>
              <a:rPr lang="zh-CN" altLang="en-US" sz="1600" dirty="0">
                <a:latin typeface="微软雅黑" panose="020B0503020204020204" pitchFamily="34" charset="-122"/>
                <a:ea typeface="微软雅黑" panose="020B0503020204020204" pitchFamily="34" charset="-122"/>
              </a:rPr>
              <a:t>文件，</a:t>
            </a:r>
            <a:r>
              <a:rPr lang="en-US" altLang="zh-CN" sz="1600" dirty="0">
                <a:latin typeface="微软雅黑" panose="020B0503020204020204" pitchFamily="34" charset="-122"/>
                <a:ea typeface="微软雅黑" panose="020B0503020204020204" pitchFamily="34" charset="-122"/>
              </a:rPr>
              <a:t>b</a:t>
            </a:r>
            <a:r>
              <a:rPr lang="zh-CN" altLang="en-US" sz="1600" dirty="0">
                <a:latin typeface="微软雅黑" panose="020B0503020204020204" pitchFamily="34" charset="-122"/>
                <a:ea typeface="微软雅黑" panose="020B0503020204020204" pitchFamily="34" charset="-122"/>
              </a:rPr>
              <a:t>）为</a:t>
            </a:r>
            <a:r>
              <a:rPr lang="en-US" altLang="zh-CN" sz="1600" dirty="0">
                <a:latin typeface="微软雅黑" panose="020B0503020204020204" pitchFamily="34" charset="-122"/>
                <a:ea typeface="微软雅黑" panose="020B0503020204020204" pitchFamily="34" charset="-122"/>
              </a:rPr>
              <a:t>NETS</a:t>
            </a:r>
            <a:r>
              <a:rPr lang="zh-CN" altLang="en-US" sz="1600" dirty="0">
                <a:latin typeface="微软雅黑" panose="020B0503020204020204" pitchFamily="34" charset="-122"/>
                <a:ea typeface="微软雅黑" panose="020B0503020204020204" pitchFamily="34" charset="-122"/>
              </a:rPr>
              <a:t>文件，</a:t>
            </a:r>
            <a:r>
              <a:rPr lang="en-US" altLang="zh-CN" sz="1600" dirty="0">
                <a:latin typeface="微软雅黑" panose="020B0503020204020204" pitchFamily="34" charset="-122"/>
                <a:ea typeface="微软雅黑" panose="020B0503020204020204" pitchFamily="34" charset="-122"/>
              </a:rPr>
              <a:t>c</a:t>
            </a:r>
            <a:r>
              <a:rPr lang="zh-CN" altLang="en-US" sz="1600" dirty="0">
                <a:latin typeface="微软雅黑" panose="020B0503020204020204" pitchFamily="34" charset="-122"/>
                <a:ea typeface="微软雅黑" panose="020B0503020204020204" pitchFamily="34" charset="-122"/>
              </a:rPr>
              <a:t>）为</a:t>
            </a:r>
            <a:r>
              <a:rPr lang="en-US" altLang="zh-CN" sz="1600" dirty="0">
                <a:latin typeface="微软雅黑" panose="020B0503020204020204" pitchFamily="34" charset="-122"/>
                <a:ea typeface="微软雅黑" panose="020B0503020204020204" pitchFamily="34" charset="-122"/>
              </a:rPr>
              <a:t>NODES</a:t>
            </a:r>
            <a:r>
              <a:rPr lang="zh-CN" altLang="en-US" sz="1600" dirty="0">
                <a:latin typeface="微软雅黑" panose="020B0503020204020204" pitchFamily="34" charset="-122"/>
                <a:ea typeface="微软雅黑" panose="020B0503020204020204" pitchFamily="34" charset="-122"/>
              </a:rPr>
              <a:t>文件。</a:t>
            </a:r>
          </a:p>
        </p:txBody>
      </p:sp>
      <p:pic>
        <p:nvPicPr>
          <p:cNvPr id="13" name="图片 12">
            <a:extLst>
              <a:ext uri="{FF2B5EF4-FFF2-40B4-BE49-F238E27FC236}">
                <a16:creationId xmlns:a16="http://schemas.microsoft.com/office/drawing/2014/main" id="{F875FF40-B318-9184-257F-1EFD194EDA2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40832" y="3068473"/>
            <a:ext cx="2079608" cy="2651032"/>
          </a:xfrm>
          <a:prstGeom prst="rect">
            <a:avLst/>
          </a:prstGeom>
        </p:spPr>
      </p:pic>
      <p:sp>
        <p:nvSpPr>
          <p:cNvPr id="14" name="文本框 13">
            <a:extLst>
              <a:ext uri="{FF2B5EF4-FFF2-40B4-BE49-F238E27FC236}">
                <a16:creationId xmlns:a16="http://schemas.microsoft.com/office/drawing/2014/main" id="{4EAE2885-22FD-3069-E945-E072337E52A2}"/>
              </a:ext>
            </a:extLst>
          </p:cNvPr>
          <p:cNvSpPr txBox="1"/>
          <p:nvPr/>
        </p:nvSpPr>
        <p:spPr>
          <a:xfrm>
            <a:off x="7862179" y="5953097"/>
            <a:ext cx="1648691" cy="584775"/>
          </a:xfrm>
          <a:prstGeom prst="rect">
            <a:avLst/>
          </a:prstGeom>
          <a:noFill/>
        </p:spPr>
        <p:txBody>
          <a:bodyPr wrap="square" rtlCol="0">
            <a:spAutoFit/>
          </a:bodyPr>
          <a:lstStyle/>
          <a:p>
            <a:r>
              <a:rPr lang="zh-CN" altLang="en-US" sz="1600" b="1" dirty="0">
                <a:latin typeface="微软雅黑" panose="020B0503020204020204" pitchFamily="34" charset="-122"/>
                <a:ea typeface="微软雅黑" panose="020B0503020204020204" pitchFamily="34" charset="-122"/>
              </a:rPr>
              <a:t>图</a:t>
            </a:r>
            <a:r>
              <a:rPr lang="en-US" altLang="zh-CN" sz="1600" b="1" dirty="0">
                <a:latin typeface="微软雅黑" panose="020B0503020204020204" pitchFamily="34" charset="-122"/>
                <a:ea typeface="微软雅黑" panose="020B0503020204020204" pitchFamily="34" charset="-122"/>
              </a:rPr>
              <a:t>2 </a:t>
            </a:r>
            <a:r>
              <a:rPr lang="zh-CN" altLang="en-US" sz="1600" dirty="0">
                <a:latin typeface="微软雅黑" panose="020B0503020204020204" pitchFamily="34" charset="-122"/>
                <a:ea typeface="微软雅黑" panose="020B0503020204020204" pitchFamily="34" charset="-122"/>
              </a:rPr>
              <a:t>与图</a:t>
            </a:r>
            <a:r>
              <a:rPr lang="en-US" altLang="zh-CN" sz="1600" dirty="0">
                <a:latin typeface="微软雅黑" panose="020B0503020204020204" pitchFamily="34" charset="-122"/>
                <a:ea typeface="微软雅黑" panose="020B0503020204020204" pitchFamily="34" charset="-122"/>
              </a:rPr>
              <a:t>1</a:t>
            </a:r>
            <a:r>
              <a:rPr lang="zh-CN" altLang="en-US" sz="1600" dirty="0">
                <a:latin typeface="微软雅黑" panose="020B0503020204020204" pitchFamily="34" charset="-122"/>
                <a:ea typeface="微软雅黑" panose="020B0503020204020204" pitchFamily="34" charset="-122"/>
              </a:rPr>
              <a:t>相应的</a:t>
            </a:r>
            <a:r>
              <a:rPr lang="en-US" altLang="zh-CN" sz="1600" dirty="0">
                <a:latin typeface="微软雅黑" panose="020B0503020204020204" pitchFamily="34" charset="-122"/>
                <a:ea typeface="微软雅黑" panose="020B0503020204020204" pitchFamily="34" charset="-122"/>
              </a:rPr>
              <a:t>HGR</a:t>
            </a:r>
            <a:r>
              <a:rPr lang="zh-CN" altLang="en-US" sz="1600" dirty="0">
                <a:latin typeface="微软雅黑" panose="020B0503020204020204" pitchFamily="34" charset="-122"/>
                <a:ea typeface="微软雅黑" panose="020B0503020204020204" pitchFamily="34" charset="-122"/>
              </a:rPr>
              <a:t>文件</a:t>
            </a:r>
          </a:p>
        </p:txBody>
      </p:sp>
      <p:sp>
        <p:nvSpPr>
          <p:cNvPr id="15" name="文本框 14">
            <a:extLst>
              <a:ext uri="{FF2B5EF4-FFF2-40B4-BE49-F238E27FC236}">
                <a16:creationId xmlns:a16="http://schemas.microsoft.com/office/drawing/2014/main" id="{9D610AF5-FED8-0065-9697-F28CD8F35380}"/>
              </a:ext>
            </a:extLst>
          </p:cNvPr>
          <p:cNvSpPr txBox="1"/>
          <p:nvPr/>
        </p:nvSpPr>
        <p:spPr>
          <a:xfrm>
            <a:off x="11542816" y="6270171"/>
            <a:ext cx="302820" cy="369332"/>
          </a:xfrm>
          <a:prstGeom prst="rect">
            <a:avLst/>
          </a:prstGeom>
          <a:noFill/>
        </p:spPr>
        <p:txBody>
          <a:bodyPr wrap="square" rtlCol="0">
            <a:spAutoFit/>
          </a:bodyPr>
          <a:lstStyle/>
          <a:p>
            <a:r>
              <a:rPr lang="en-US" altLang="zh-CN" dirty="0"/>
              <a:t>8</a:t>
            </a:r>
            <a:endParaRPr lang="zh-CN" altLang="en-US" dirty="0"/>
          </a:p>
        </p:txBody>
      </p:sp>
    </p:spTree>
    <p:extLst>
      <p:ext uri="{BB962C8B-B14F-4D97-AF65-F5344CB8AC3E}">
        <p14:creationId xmlns:p14="http://schemas.microsoft.com/office/powerpoint/2010/main" val="1477719687"/>
      </p:ext>
    </p:extLst>
  </p:cSld>
  <p:clrMapOvr>
    <a:masterClrMapping/>
  </p:clrMapOvr>
  <mc:AlternateContent xmlns:mc="http://schemas.openxmlformats.org/markup-compatibility/2006" xmlns:p14="http://schemas.microsoft.com/office/powerpoint/2010/main">
    <mc:Choice Requires="p14">
      <p:transition p14:dur="10" advTm="1260"/>
    </mc:Choice>
    <mc:Fallback xmlns="">
      <p:transition advTm="1260"/>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剪去单角 6">
            <a:extLst>
              <a:ext uri="{FF2B5EF4-FFF2-40B4-BE49-F238E27FC236}">
                <a16:creationId xmlns:a16="http://schemas.microsoft.com/office/drawing/2014/main" id="{090DC2B6-60A5-388B-0BEC-885EF4760BEF}"/>
              </a:ext>
            </a:extLst>
          </p:cNvPr>
          <p:cNvSpPr/>
          <p:nvPr/>
        </p:nvSpPr>
        <p:spPr>
          <a:xfrm>
            <a:off x="456510" y="363276"/>
            <a:ext cx="453697" cy="434666"/>
          </a:xfrm>
          <a:prstGeom prst="snip1Rect">
            <a:avLst/>
          </a:prstGeom>
          <a:solidFill>
            <a:srgbClr val="00AF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802295" rtl="0" eaLnBrk="1" latinLnBrk="0" hangingPunct="1">
              <a:defRPr sz="1600" kern="1200">
                <a:solidFill>
                  <a:schemeClr val="lt1"/>
                </a:solidFill>
                <a:latin typeface="+mn-lt"/>
                <a:ea typeface="+mn-ea"/>
                <a:cs typeface="+mn-cs"/>
              </a:defRPr>
            </a:lvl1pPr>
            <a:lvl2pPr marL="401147" algn="l" defTabSz="802295" rtl="0" eaLnBrk="1" latinLnBrk="0" hangingPunct="1">
              <a:defRPr sz="1600" kern="1200">
                <a:solidFill>
                  <a:schemeClr val="lt1"/>
                </a:solidFill>
                <a:latin typeface="+mn-lt"/>
                <a:ea typeface="+mn-ea"/>
                <a:cs typeface="+mn-cs"/>
              </a:defRPr>
            </a:lvl2pPr>
            <a:lvl3pPr marL="802295" algn="l" defTabSz="802295" rtl="0" eaLnBrk="1" latinLnBrk="0" hangingPunct="1">
              <a:defRPr sz="1600" kern="1200">
                <a:solidFill>
                  <a:schemeClr val="lt1"/>
                </a:solidFill>
                <a:latin typeface="+mn-lt"/>
                <a:ea typeface="+mn-ea"/>
                <a:cs typeface="+mn-cs"/>
              </a:defRPr>
            </a:lvl3pPr>
            <a:lvl4pPr marL="1203442" algn="l" defTabSz="802295" rtl="0" eaLnBrk="1" latinLnBrk="0" hangingPunct="1">
              <a:defRPr sz="1600" kern="1200">
                <a:solidFill>
                  <a:schemeClr val="lt1"/>
                </a:solidFill>
                <a:latin typeface="+mn-lt"/>
                <a:ea typeface="+mn-ea"/>
                <a:cs typeface="+mn-cs"/>
              </a:defRPr>
            </a:lvl4pPr>
            <a:lvl5pPr marL="1604589" algn="l" defTabSz="802295" rtl="0" eaLnBrk="1" latinLnBrk="0" hangingPunct="1">
              <a:defRPr sz="1600" kern="1200">
                <a:solidFill>
                  <a:schemeClr val="lt1"/>
                </a:solidFill>
                <a:latin typeface="+mn-lt"/>
                <a:ea typeface="+mn-ea"/>
                <a:cs typeface="+mn-cs"/>
              </a:defRPr>
            </a:lvl5pPr>
            <a:lvl6pPr marL="2005736" algn="l" defTabSz="802295" rtl="0" eaLnBrk="1" latinLnBrk="0" hangingPunct="1">
              <a:defRPr sz="1600" kern="1200">
                <a:solidFill>
                  <a:schemeClr val="lt1"/>
                </a:solidFill>
                <a:latin typeface="+mn-lt"/>
                <a:ea typeface="+mn-ea"/>
                <a:cs typeface="+mn-cs"/>
              </a:defRPr>
            </a:lvl6pPr>
            <a:lvl7pPr marL="2406884" algn="l" defTabSz="802295" rtl="0" eaLnBrk="1" latinLnBrk="0" hangingPunct="1">
              <a:defRPr sz="1600" kern="1200">
                <a:solidFill>
                  <a:schemeClr val="lt1"/>
                </a:solidFill>
                <a:latin typeface="+mn-lt"/>
                <a:ea typeface="+mn-ea"/>
                <a:cs typeface="+mn-cs"/>
              </a:defRPr>
            </a:lvl7pPr>
            <a:lvl8pPr marL="2808031" algn="l" defTabSz="802295" rtl="0" eaLnBrk="1" latinLnBrk="0" hangingPunct="1">
              <a:defRPr sz="1600" kern="1200">
                <a:solidFill>
                  <a:schemeClr val="lt1"/>
                </a:solidFill>
                <a:latin typeface="+mn-lt"/>
                <a:ea typeface="+mn-ea"/>
                <a:cs typeface="+mn-cs"/>
              </a:defRPr>
            </a:lvl8pPr>
            <a:lvl9pPr marL="3209178" algn="l" defTabSz="802295" rtl="0" eaLnBrk="1" latinLnBrk="0" hangingPunct="1">
              <a:defRPr sz="1600" kern="1200">
                <a:solidFill>
                  <a:schemeClr val="lt1"/>
                </a:solidFill>
                <a:latin typeface="+mn-lt"/>
                <a:ea typeface="+mn-ea"/>
                <a:cs typeface="+mn-cs"/>
              </a:defRPr>
            </a:lvl9pPr>
          </a:lstStyle>
          <a:p>
            <a:pPr algn="ctr"/>
            <a:endParaRPr lang="zh-CN" altLang="en-US"/>
          </a:p>
        </p:txBody>
      </p:sp>
      <p:sp>
        <p:nvSpPr>
          <p:cNvPr id="8" name="矩形: 剪去单角 7">
            <a:extLst>
              <a:ext uri="{FF2B5EF4-FFF2-40B4-BE49-F238E27FC236}">
                <a16:creationId xmlns:a16="http://schemas.microsoft.com/office/drawing/2014/main" id="{7C49A1BE-A0E7-7AF3-F4A0-69B94FF892C6}"/>
              </a:ext>
            </a:extLst>
          </p:cNvPr>
          <p:cNvSpPr/>
          <p:nvPr/>
        </p:nvSpPr>
        <p:spPr>
          <a:xfrm>
            <a:off x="384502" y="435284"/>
            <a:ext cx="453697" cy="434666"/>
          </a:xfrm>
          <a:prstGeom prst="snip1Rect">
            <a:avLst/>
          </a:prstGeom>
          <a:solidFill>
            <a:srgbClr val="005EA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802295" rtl="0" eaLnBrk="1" latinLnBrk="0" hangingPunct="1">
              <a:defRPr sz="1600" kern="1200">
                <a:solidFill>
                  <a:schemeClr val="lt1"/>
                </a:solidFill>
                <a:latin typeface="+mn-lt"/>
                <a:ea typeface="+mn-ea"/>
                <a:cs typeface="+mn-cs"/>
              </a:defRPr>
            </a:lvl1pPr>
            <a:lvl2pPr marL="401147" algn="l" defTabSz="802295" rtl="0" eaLnBrk="1" latinLnBrk="0" hangingPunct="1">
              <a:defRPr sz="1600" kern="1200">
                <a:solidFill>
                  <a:schemeClr val="lt1"/>
                </a:solidFill>
                <a:latin typeface="+mn-lt"/>
                <a:ea typeface="+mn-ea"/>
                <a:cs typeface="+mn-cs"/>
              </a:defRPr>
            </a:lvl2pPr>
            <a:lvl3pPr marL="802295" algn="l" defTabSz="802295" rtl="0" eaLnBrk="1" latinLnBrk="0" hangingPunct="1">
              <a:defRPr sz="1600" kern="1200">
                <a:solidFill>
                  <a:schemeClr val="lt1"/>
                </a:solidFill>
                <a:latin typeface="+mn-lt"/>
                <a:ea typeface="+mn-ea"/>
                <a:cs typeface="+mn-cs"/>
              </a:defRPr>
            </a:lvl3pPr>
            <a:lvl4pPr marL="1203442" algn="l" defTabSz="802295" rtl="0" eaLnBrk="1" latinLnBrk="0" hangingPunct="1">
              <a:defRPr sz="1600" kern="1200">
                <a:solidFill>
                  <a:schemeClr val="lt1"/>
                </a:solidFill>
                <a:latin typeface="+mn-lt"/>
                <a:ea typeface="+mn-ea"/>
                <a:cs typeface="+mn-cs"/>
              </a:defRPr>
            </a:lvl4pPr>
            <a:lvl5pPr marL="1604589" algn="l" defTabSz="802295" rtl="0" eaLnBrk="1" latinLnBrk="0" hangingPunct="1">
              <a:defRPr sz="1600" kern="1200">
                <a:solidFill>
                  <a:schemeClr val="lt1"/>
                </a:solidFill>
                <a:latin typeface="+mn-lt"/>
                <a:ea typeface="+mn-ea"/>
                <a:cs typeface="+mn-cs"/>
              </a:defRPr>
            </a:lvl5pPr>
            <a:lvl6pPr marL="2005736" algn="l" defTabSz="802295" rtl="0" eaLnBrk="1" latinLnBrk="0" hangingPunct="1">
              <a:defRPr sz="1600" kern="1200">
                <a:solidFill>
                  <a:schemeClr val="lt1"/>
                </a:solidFill>
                <a:latin typeface="+mn-lt"/>
                <a:ea typeface="+mn-ea"/>
                <a:cs typeface="+mn-cs"/>
              </a:defRPr>
            </a:lvl6pPr>
            <a:lvl7pPr marL="2406884" algn="l" defTabSz="802295" rtl="0" eaLnBrk="1" latinLnBrk="0" hangingPunct="1">
              <a:defRPr sz="1600" kern="1200">
                <a:solidFill>
                  <a:schemeClr val="lt1"/>
                </a:solidFill>
                <a:latin typeface="+mn-lt"/>
                <a:ea typeface="+mn-ea"/>
                <a:cs typeface="+mn-cs"/>
              </a:defRPr>
            </a:lvl7pPr>
            <a:lvl8pPr marL="2808031" algn="l" defTabSz="802295" rtl="0" eaLnBrk="1" latinLnBrk="0" hangingPunct="1">
              <a:defRPr sz="1600" kern="1200">
                <a:solidFill>
                  <a:schemeClr val="lt1"/>
                </a:solidFill>
                <a:latin typeface="+mn-lt"/>
                <a:ea typeface="+mn-ea"/>
                <a:cs typeface="+mn-cs"/>
              </a:defRPr>
            </a:lvl8pPr>
            <a:lvl9pPr marL="3209178" algn="l" defTabSz="802295" rtl="0" eaLnBrk="1" latinLnBrk="0" hangingPunct="1">
              <a:defRPr sz="1600" kern="1200">
                <a:solidFill>
                  <a:schemeClr val="lt1"/>
                </a:solidFill>
                <a:latin typeface="+mn-lt"/>
                <a:ea typeface="+mn-ea"/>
                <a:cs typeface="+mn-cs"/>
              </a:defRPr>
            </a:lvl9pPr>
          </a:lstStyle>
          <a:p>
            <a:pPr algn="ctr"/>
            <a:endParaRPr lang="en-US" altLang="zh-CN" sz="4000" dirty="0">
              <a:latin typeface="方正兰亭准黑_GBK" panose="02000000000000000000" pitchFamily="2" charset="-122"/>
              <a:ea typeface="方正兰亭准黑_GBK" panose="02000000000000000000" pitchFamily="2" charset="-122"/>
            </a:endParaRPr>
          </a:p>
        </p:txBody>
      </p:sp>
      <p:sp>
        <p:nvSpPr>
          <p:cNvPr id="9" name="文本框 8">
            <a:extLst>
              <a:ext uri="{FF2B5EF4-FFF2-40B4-BE49-F238E27FC236}">
                <a16:creationId xmlns:a16="http://schemas.microsoft.com/office/drawing/2014/main" id="{B1AF1609-1A2E-42F7-1CDB-A412B6C665CA}"/>
              </a:ext>
            </a:extLst>
          </p:cNvPr>
          <p:cNvSpPr txBox="1"/>
          <p:nvPr/>
        </p:nvSpPr>
        <p:spPr>
          <a:xfrm>
            <a:off x="982215" y="422115"/>
            <a:ext cx="2809298" cy="375827"/>
          </a:xfrm>
          <a:prstGeom prst="rect">
            <a:avLst/>
          </a:prstGeom>
          <a:noFill/>
        </p:spPr>
        <p:txBody>
          <a:bodyPr wrap="square" lIns="67391" tIns="33696" rIns="67391" bIns="33696" rtlCol="0">
            <a:spAutoFit/>
          </a:bodyPr>
          <a:lstStyle>
            <a:defPPr>
              <a:defRPr lang="zh-CN"/>
            </a:defPPr>
            <a:lvl1pPr marL="0" algn="l" defTabSz="802295" rtl="0" eaLnBrk="1" latinLnBrk="0" hangingPunct="1">
              <a:defRPr sz="1600" kern="1200">
                <a:solidFill>
                  <a:schemeClr val="tx1"/>
                </a:solidFill>
                <a:latin typeface="+mn-lt"/>
                <a:ea typeface="+mn-ea"/>
                <a:cs typeface="+mn-cs"/>
              </a:defRPr>
            </a:lvl1pPr>
            <a:lvl2pPr marL="401147" algn="l" defTabSz="802295" rtl="0" eaLnBrk="1" latinLnBrk="0" hangingPunct="1">
              <a:defRPr sz="1600" kern="1200">
                <a:solidFill>
                  <a:schemeClr val="tx1"/>
                </a:solidFill>
                <a:latin typeface="+mn-lt"/>
                <a:ea typeface="+mn-ea"/>
                <a:cs typeface="+mn-cs"/>
              </a:defRPr>
            </a:lvl2pPr>
            <a:lvl3pPr marL="802295" algn="l" defTabSz="802295" rtl="0" eaLnBrk="1" latinLnBrk="0" hangingPunct="1">
              <a:defRPr sz="1600" kern="1200">
                <a:solidFill>
                  <a:schemeClr val="tx1"/>
                </a:solidFill>
                <a:latin typeface="+mn-lt"/>
                <a:ea typeface="+mn-ea"/>
                <a:cs typeface="+mn-cs"/>
              </a:defRPr>
            </a:lvl3pPr>
            <a:lvl4pPr marL="1203442" algn="l" defTabSz="802295" rtl="0" eaLnBrk="1" latinLnBrk="0" hangingPunct="1">
              <a:defRPr sz="1600" kern="1200">
                <a:solidFill>
                  <a:schemeClr val="tx1"/>
                </a:solidFill>
                <a:latin typeface="+mn-lt"/>
                <a:ea typeface="+mn-ea"/>
                <a:cs typeface="+mn-cs"/>
              </a:defRPr>
            </a:lvl4pPr>
            <a:lvl5pPr marL="1604589" algn="l" defTabSz="802295" rtl="0" eaLnBrk="1" latinLnBrk="0" hangingPunct="1">
              <a:defRPr sz="1600" kern="1200">
                <a:solidFill>
                  <a:schemeClr val="tx1"/>
                </a:solidFill>
                <a:latin typeface="+mn-lt"/>
                <a:ea typeface="+mn-ea"/>
                <a:cs typeface="+mn-cs"/>
              </a:defRPr>
            </a:lvl5pPr>
            <a:lvl6pPr marL="2005736" algn="l" defTabSz="802295" rtl="0" eaLnBrk="1" latinLnBrk="0" hangingPunct="1">
              <a:defRPr sz="1600" kern="1200">
                <a:solidFill>
                  <a:schemeClr val="tx1"/>
                </a:solidFill>
                <a:latin typeface="+mn-lt"/>
                <a:ea typeface="+mn-ea"/>
                <a:cs typeface="+mn-cs"/>
              </a:defRPr>
            </a:lvl6pPr>
            <a:lvl7pPr marL="2406884" algn="l" defTabSz="802295" rtl="0" eaLnBrk="1" latinLnBrk="0" hangingPunct="1">
              <a:defRPr sz="1600" kern="1200">
                <a:solidFill>
                  <a:schemeClr val="tx1"/>
                </a:solidFill>
                <a:latin typeface="+mn-lt"/>
                <a:ea typeface="+mn-ea"/>
                <a:cs typeface="+mn-cs"/>
              </a:defRPr>
            </a:lvl7pPr>
            <a:lvl8pPr marL="2808031" algn="l" defTabSz="802295" rtl="0" eaLnBrk="1" latinLnBrk="0" hangingPunct="1">
              <a:defRPr sz="1600" kern="1200">
                <a:solidFill>
                  <a:schemeClr val="tx1"/>
                </a:solidFill>
                <a:latin typeface="+mn-lt"/>
                <a:ea typeface="+mn-ea"/>
                <a:cs typeface="+mn-cs"/>
              </a:defRPr>
            </a:lvl8pPr>
            <a:lvl9pPr marL="3209178" algn="l" defTabSz="802295" rtl="0" eaLnBrk="1" latinLnBrk="0" hangingPunct="1">
              <a:defRPr sz="1600" kern="1200">
                <a:solidFill>
                  <a:schemeClr val="tx1"/>
                </a:solidFill>
                <a:latin typeface="+mn-lt"/>
                <a:ea typeface="+mn-ea"/>
                <a:cs typeface="+mn-cs"/>
              </a:defRPr>
            </a:lvl9pPr>
          </a:lstStyle>
          <a:p>
            <a:r>
              <a:rPr lang="en-US" altLang="zh-CN" sz="2000" dirty="0">
                <a:solidFill>
                  <a:srgbClr val="2D5593"/>
                </a:solidFill>
                <a:latin typeface="微软雅黑" panose="020B0503020204020204" pitchFamily="34" charset="-122"/>
                <a:ea typeface="微软雅黑" panose="020B0503020204020204" pitchFamily="34" charset="-122"/>
              </a:rPr>
              <a:t>2.3</a:t>
            </a:r>
            <a:r>
              <a:rPr lang="zh-CN" altLang="en-US" sz="2000" dirty="0">
                <a:solidFill>
                  <a:srgbClr val="2D5593"/>
                </a:solidFill>
                <a:latin typeface="微软雅黑" panose="020B0503020204020204" pitchFamily="34" charset="-122"/>
                <a:ea typeface="微软雅黑" panose="020B0503020204020204" pitchFamily="34" charset="-122"/>
              </a:rPr>
              <a:t> 初始划分</a:t>
            </a:r>
            <a:endParaRPr lang="en-US" altLang="zh-CN" sz="2000" dirty="0">
              <a:solidFill>
                <a:srgbClr val="2D5593"/>
              </a:solidFill>
              <a:latin typeface="微软雅黑" panose="020B0503020204020204" pitchFamily="34" charset="-122"/>
              <a:ea typeface="微软雅黑" panose="020B0503020204020204" pitchFamily="34" charset="-122"/>
            </a:endParaRPr>
          </a:p>
        </p:txBody>
      </p:sp>
      <p:sp>
        <p:nvSpPr>
          <p:cNvPr id="12" name="文本框 11">
            <a:extLst>
              <a:ext uri="{FF2B5EF4-FFF2-40B4-BE49-F238E27FC236}">
                <a16:creationId xmlns:a16="http://schemas.microsoft.com/office/drawing/2014/main" id="{C655A3E3-E8BB-8144-FD2E-FED74870E4EF}"/>
              </a:ext>
            </a:extLst>
          </p:cNvPr>
          <p:cNvSpPr txBox="1"/>
          <p:nvPr/>
        </p:nvSpPr>
        <p:spPr>
          <a:xfrm>
            <a:off x="1609725" y="968364"/>
            <a:ext cx="8972550" cy="1857753"/>
          </a:xfrm>
          <a:prstGeom prst="rect">
            <a:avLst/>
          </a:prstGeom>
          <a:noFill/>
        </p:spPr>
        <p:txBody>
          <a:bodyPr wrap="square" rtlCol="0">
            <a:spAutoFit/>
          </a:bodyPr>
          <a:lstStyle/>
          <a:p>
            <a:pPr indent="279400">
              <a:lnSpc>
                <a:spcPct val="130000"/>
              </a:lnSpc>
            </a:pPr>
            <a:r>
              <a:rPr lang="zh-CN" altLang="en-US" kern="1400" spc="-5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本次课题我选择使用由 </a:t>
            </a:r>
            <a:r>
              <a:rPr lang="en-US" altLang="zh-CN" sz="1800" kern="1400" spc="-50" dirty="0" err="1">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Catalyurek</a:t>
            </a:r>
            <a:r>
              <a:rPr lang="en-US" altLang="zh-CN"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 U </a:t>
            </a:r>
            <a:r>
              <a:rPr lang="zh-CN" altLang="en-US"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教授和 </a:t>
            </a:r>
            <a:r>
              <a:rPr lang="en-US" altLang="zh-CN" sz="1800" kern="1400" spc="-50" dirty="0" err="1">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Aykanat</a:t>
            </a:r>
            <a:r>
              <a:rPr lang="en-US" altLang="zh-CN"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 C </a:t>
            </a:r>
            <a:r>
              <a:rPr lang="zh-CN" altLang="en-US"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教授主导开发的 </a:t>
            </a:r>
            <a:r>
              <a:rPr lang="en-US" altLang="zh-CN" sz="1800" kern="1400" spc="-50" dirty="0" err="1">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PaToH</a:t>
            </a:r>
            <a:r>
              <a:rPr lang="en-US" altLang="zh-CN"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 (Partitioning Tool for Hypergraph)‎</a:t>
            </a:r>
            <a:r>
              <a:rPr lang="zh-CN" altLang="en-US"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划分器*来进行初始划分。</a:t>
            </a:r>
            <a:endParaRPr lang="en-US" altLang="zh-CN"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endParaRPr>
          </a:p>
          <a:p>
            <a:pPr indent="279400">
              <a:lnSpc>
                <a:spcPct val="130000"/>
              </a:lnSpc>
            </a:pPr>
            <a:r>
              <a:rPr lang="en-US" altLang="zh-CN" sz="1800" kern="1400" spc="-50" dirty="0" err="1">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PaToH</a:t>
            </a:r>
            <a:r>
              <a:rPr lang="zh-CN" altLang="en-US"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划分器要求我们输入如前文所述的</a:t>
            </a:r>
            <a:r>
              <a:rPr lang="en-US" altLang="zh-CN"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HGR</a:t>
            </a:r>
            <a:r>
              <a:rPr lang="zh-CN" altLang="en-US"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文件（以图</a:t>
            </a:r>
            <a:r>
              <a:rPr lang="en-US" altLang="zh-CN"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2</a:t>
            </a:r>
            <a:r>
              <a:rPr lang="zh-CN" altLang="en-US"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为例），然后经过如图</a:t>
            </a:r>
            <a:r>
              <a:rPr lang="en-US" altLang="zh-CN"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3</a:t>
            </a:r>
            <a:r>
              <a:rPr lang="zh-CN" altLang="en-US"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的粗化（</a:t>
            </a:r>
            <a:r>
              <a:rPr lang="en-US" altLang="zh-CN"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coarsening</a:t>
            </a:r>
            <a:r>
              <a:rPr lang="zh-CN" altLang="en-US"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）、初始划分（</a:t>
            </a:r>
            <a:r>
              <a:rPr lang="en-US" altLang="zh-CN"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initial partitioning</a:t>
            </a:r>
            <a:r>
              <a:rPr lang="zh-CN" altLang="en-US"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）、细化（</a:t>
            </a:r>
            <a:r>
              <a:rPr lang="en-US" altLang="zh-CN" sz="1800" kern="1400" spc="-50" dirty="0" err="1">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uncoarsening</a:t>
            </a:r>
            <a:r>
              <a:rPr lang="zh-CN" altLang="en-US"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），最终输出相应的划分方案文件如图</a:t>
            </a:r>
            <a:r>
              <a:rPr lang="en-US" altLang="zh-CN"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4</a:t>
            </a:r>
            <a:r>
              <a:rPr lang="zh-CN" altLang="en-US"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 name="文本框 1">
            <a:extLst>
              <a:ext uri="{FF2B5EF4-FFF2-40B4-BE49-F238E27FC236}">
                <a16:creationId xmlns:a16="http://schemas.microsoft.com/office/drawing/2014/main" id="{55AE70BC-9963-5DE7-1ED2-10B14A4D1E37}"/>
              </a:ext>
            </a:extLst>
          </p:cNvPr>
          <p:cNvSpPr txBox="1"/>
          <p:nvPr/>
        </p:nvSpPr>
        <p:spPr>
          <a:xfrm>
            <a:off x="290947" y="6323555"/>
            <a:ext cx="10652165" cy="342338"/>
          </a:xfrm>
          <a:prstGeom prst="rect">
            <a:avLst/>
          </a:prstGeom>
          <a:noFill/>
        </p:spPr>
        <p:txBody>
          <a:bodyPr wrap="square" rtlCol="0">
            <a:spAutoFit/>
          </a:bodyPr>
          <a:lstStyle/>
          <a:p>
            <a:pPr lvl="0">
              <a:lnSpc>
                <a:spcPct val="130000"/>
              </a:lnSpc>
            </a:pPr>
            <a:r>
              <a:rPr lang="zh-CN" altLang="en-US" sz="1400" u="sng" kern="1400" spc="-50"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 </a:t>
            </a:r>
            <a:r>
              <a:rPr lang="en-US" altLang="zh-CN" sz="1400" u="sng" kern="1400" spc="-50" dirty="0" err="1">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Catalyurek</a:t>
            </a:r>
            <a:r>
              <a:rPr lang="en-US" altLang="zh-CN" sz="1400" u="sng" kern="1400" spc="-50"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 U</a:t>
            </a:r>
            <a:r>
              <a:rPr lang="en-US" altLang="zh-CN" sz="1400" kern="1400" spc="-50"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 </a:t>
            </a:r>
            <a:r>
              <a:rPr lang="en-US" altLang="zh-CN" sz="1400" kern="1400" spc="-50" dirty="0" err="1">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Aykanat</a:t>
            </a:r>
            <a:r>
              <a:rPr lang="en-US" altLang="zh-CN" sz="1400" kern="1400" spc="-50"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 C. </a:t>
            </a:r>
            <a:r>
              <a:rPr lang="en-US" altLang="zh-CN" sz="1400" kern="1400" spc="-50" dirty="0" err="1">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PaToH</a:t>
            </a:r>
            <a:r>
              <a:rPr lang="en-US" altLang="zh-CN" sz="1400" kern="1400" spc="-50"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 Partitioning Tool for Hypergraphs (Manual)[CP/OL]. [2026-05-07]. </a:t>
            </a:r>
            <a:r>
              <a:rPr lang="en-US" altLang="zh-CN" sz="1400" u="sng" kern="1400" spc="-50"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hlinkClick r:id="rId3"/>
              </a:rPr>
              <a:t>https://faculty.cc.gatech.edu/~umit/PaToH/manual.pdf</a:t>
            </a:r>
            <a:r>
              <a:rPr lang="en-US" altLang="zh-CN" sz="1400" kern="1400" spc="-50"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a:t>
            </a:r>
            <a:endParaRPr lang="zh-CN" altLang="zh-CN" sz="1400" kern="1400" spc="-50"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p:txBody>
      </p:sp>
      <p:pic>
        <p:nvPicPr>
          <p:cNvPr id="3" name="图片 2">
            <a:extLst>
              <a:ext uri="{FF2B5EF4-FFF2-40B4-BE49-F238E27FC236}">
                <a16:creationId xmlns:a16="http://schemas.microsoft.com/office/drawing/2014/main" id="{EAB273EC-F9D8-5535-3C60-753C5A932F30}"/>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982215" y="2949444"/>
            <a:ext cx="5332250" cy="2889885"/>
          </a:xfrm>
          <a:prstGeom prst="rect">
            <a:avLst/>
          </a:prstGeom>
          <a:noFill/>
        </p:spPr>
      </p:pic>
      <p:pic>
        <p:nvPicPr>
          <p:cNvPr id="4" name="图片 3">
            <a:extLst>
              <a:ext uri="{FF2B5EF4-FFF2-40B4-BE49-F238E27FC236}">
                <a16:creationId xmlns:a16="http://schemas.microsoft.com/office/drawing/2014/main" id="{A6C83B8A-5121-86FD-61E5-348A19D6B4B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042068" y="2921405"/>
            <a:ext cx="2079608" cy="2651032"/>
          </a:xfrm>
          <a:prstGeom prst="rect">
            <a:avLst/>
          </a:prstGeom>
        </p:spPr>
      </p:pic>
      <p:sp>
        <p:nvSpPr>
          <p:cNvPr id="5" name="文本框 4">
            <a:extLst>
              <a:ext uri="{FF2B5EF4-FFF2-40B4-BE49-F238E27FC236}">
                <a16:creationId xmlns:a16="http://schemas.microsoft.com/office/drawing/2014/main" id="{95A7960C-52EC-F76E-F6BC-EB766DF5A099}"/>
              </a:ext>
            </a:extLst>
          </p:cNvPr>
          <p:cNvSpPr txBox="1"/>
          <p:nvPr/>
        </p:nvSpPr>
        <p:spPr>
          <a:xfrm>
            <a:off x="7257526" y="5726694"/>
            <a:ext cx="1648691" cy="584775"/>
          </a:xfrm>
          <a:prstGeom prst="rect">
            <a:avLst/>
          </a:prstGeom>
          <a:noFill/>
        </p:spPr>
        <p:txBody>
          <a:bodyPr wrap="square" rtlCol="0">
            <a:spAutoFit/>
          </a:bodyPr>
          <a:lstStyle/>
          <a:p>
            <a:r>
              <a:rPr lang="zh-CN" altLang="en-US" sz="1600" b="1" dirty="0">
                <a:latin typeface="微软雅黑" panose="020B0503020204020204" pitchFamily="34" charset="-122"/>
                <a:ea typeface="微软雅黑" panose="020B0503020204020204" pitchFamily="34" charset="-122"/>
              </a:rPr>
              <a:t>图</a:t>
            </a:r>
            <a:r>
              <a:rPr lang="en-US" altLang="zh-CN" sz="1600" b="1" dirty="0">
                <a:latin typeface="微软雅黑" panose="020B0503020204020204" pitchFamily="34" charset="-122"/>
                <a:ea typeface="微软雅黑" panose="020B0503020204020204" pitchFamily="34" charset="-122"/>
              </a:rPr>
              <a:t>2 </a:t>
            </a:r>
            <a:r>
              <a:rPr lang="zh-CN" altLang="en-US" sz="1600" dirty="0">
                <a:latin typeface="微软雅黑" panose="020B0503020204020204" pitchFamily="34" charset="-122"/>
                <a:ea typeface="微软雅黑" panose="020B0503020204020204" pitchFamily="34" charset="-122"/>
              </a:rPr>
              <a:t>输入的</a:t>
            </a:r>
            <a:r>
              <a:rPr lang="en-US" altLang="zh-CN" sz="1600" dirty="0">
                <a:latin typeface="微软雅黑" panose="020B0503020204020204" pitchFamily="34" charset="-122"/>
                <a:ea typeface="微软雅黑" panose="020B0503020204020204" pitchFamily="34" charset="-122"/>
              </a:rPr>
              <a:t>HGR</a:t>
            </a:r>
            <a:r>
              <a:rPr lang="zh-CN" altLang="en-US" sz="1600" dirty="0">
                <a:latin typeface="微软雅黑" panose="020B0503020204020204" pitchFamily="34" charset="-122"/>
                <a:ea typeface="微软雅黑" panose="020B0503020204020204" pitchFamily="34" charset="-122"/>
              </a:rPr>
              <a:t>文件</a:t>
            </a:r>
          </a:p>
        </p:txBody>
      </p:sp>
      <p:pic>
        <p:nvPicPr>
          <p:cNvPr id="10" name="图片 9">
            <a:extLst>
              <a:ext uri="{FF2B5EF4-FFF2-40B4-BE49-F238E27FC236}">
                <a16:creationId xmlns:a16="http://schemas.microsoft.com/office/drawing/2014/main" id="{4F1D5AF0-0134-6BD4-407E-73AD768CF850}"/>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215618" y="2949444"/>
            <a:ext cx="1946091" cy="2622993"/>
          </a:xfrm>
          <a:prstGeom prst="rect">
            <a:avLst/>
          </a:prstGeom>
        </p:spPr>
      </p:pic>
      <p:sp>
        <p:nvSpPr>
          <p:cNvPr id="11" name="文本框 10">
            <a:extLst>
              <a:ext uri="{FF2B5EF4-FFF2-40B4-BE49-F238E27FC236}">
                <a16:creationId xmlns:a16="http://schemas.microsoft.com/office/drawing/2014/main" id="{D13032B1-0FBB-ACA4-E070-FDDA8FD92393}"/>
              </a:ext>
            </a:extLst>
          </p:cNvPr>
          <p:cNvSpPr txBox="1"/>
          <p:nvPr/>
        </p:nvSpPr>
        <p:spPr>
          <a:xfrm>
            <a:off x="2823994" y="5877738"/>
            <a:ext cx="1648691" cy="338554"/>
          </a:xfrm>
          <a:prstGeom prst="rect">
            <a:avLst/>
          </a:prstGeom>
          <a:noFill/>
        </p:spPr>
        <p:txBody>
          <a:bodyPr wrap="square" rtlCol="0">
            <a:spAutoFit/>
          </a:bodyPr>
          <a:lstStyle/>
          <a:p>
            <a:pPr algn="ctr"/>
            <a:r>
              <a:rPr lang="zh-CN" altLang="en-US" sz="1600" b="1" dirty="0">
                <a:latin typeface="微软雅黑" panose="020B0503020204020204" pitchFamily="34" charset="-122"/>
                <a:ea typeface="微软雅黑" panose="020B0503020204020204" pitchFamily="34" charset="-122"/>
              </a:rPr>
              <a:t>图</a:t>
            </a:r>
            <a:r>
              <a:rPr lang="en-US" altLang="zh-CN" sz="1600" b="1" dirty="0">
                <a:latin typeface="微软雅黑" panose="020B0503020204020204" pitchFamily="34" charset="-122"/>
                <a:ea typeface="微软雅黑" panose="020B0503020204020204" pitchFamily="34" charset="-122"/>
              </a:rPr>
              <a:t>3</a:t>
            </a:r>
            <a:endParaRPr lang="zh-CN" altLang="en-US" sz="1600" dirty="0">
              <a:latin typeface="微软雅黑" panose="020B0503020204020204" pitchFamily="34" charset="-122"/>
              <a:ea typeface="微软雅黑" panose="020B0503020204020204" pitchFamily="34" charset="-122"/>
            </a:endParaRPr>
          </a:p>
        </p:txBody>
      </p:sp>
      <p:sp>
        <p:nvSpPr>
          <p:cNvPr id="13" name="文本框 12">
            <a:extLst>
              <a:ext uri="{FF2B5EF4-FFF2-40B4-BE49-F238E27FC236}">
                <a16:creationId xmlns:a16="http://schemas.microsoft.com/office/drawing/2014/main" id="{6E330DD1-584C-0B88-54F6-370E053EFEF4}"/>
              </a:ext>
            </a:extLst>
          </p:cNvPr>
          <p:cNvSpPr txBox="1"/>
          <p:nvPr/>
        </p:nvSpPr>
        <p:spPr>
          <a:xfrm>
            <a:off x="9368006" y="5726694"/>
            <a:ext cx="1648691" cy="584775"/>
          </a:xfrm>
          <a:prstGeom prst="rect">
            <a:avLst/>
          </a:prstGeom>
          <a:noFill/>
        </p:spPr>
        <p:txBody>
          <a:bodyPr wrap="square" rtlCol="0">
            <a:spAutoFit/>
          </a:bodyPr>
          <a:lstStyle/>
          <a:p>
            <a:r>
              <a:rPr lang="zh-CN" altLang="en-US" sz="1600" b="1" dirty="0">
                <a:latin typeface="微软雅黑" panose="020B0503020204020204" pitchFamily="34" charset="-122"/>
                <a:ea typeface="微软雅黑" panose="020B0503020204020204" pitchFamily="34" charset="-122"/>
              </a:rPr>
              <a:t>图</a:t>
            </a:r>
            <a:r>
              <a:rPr lang="en-US" altLang="zh-CN" sz="1600" b="1" dirty="0">
                <a:latin typeface="微软雅黑" panose="020B0503020204020204" pitchFamily="34" charset="-122"/>
                <a:ea typeface="微软雅黑" panose="020B0503020204020204" pitchFamily="34" charset="-122"/>
              </a:rPr>
              <a:t>4 </a:t>
            </a:r>
            <a:r>
              <a:rPr lang="zh-CN" altLang="en-US" sz="1600" dirty="0">
                <a:latin typeface="微软雅黑" panose="020B0503020204020204" pitchFamily="34" charset="-122"/>
                <a:ea typeface="微软雅黑" panose="020B0503020204020204" pitchFamily="34" charset="-122"/>
              </a:rPr>
              <a:t>输出的文件（</a:t>
            </a:r>
            <a:r>
              <a:rPr lang="en-US" altLang="zh-CN" sz="1600" dirty="0">
                <a:latin typeface="微软雅黑" panose="020B0503020204020204" pitchFamily="34" charset="-122"/>
                <a:ea typeface="微软雅黑" panose="020B0503020204020204" pitchFamily="34" charset="-122"/>
              </a:rPr>
              <a:t>.hgr.part.2</a:t>
            </a:r>
            <a:r>
              <a:rPr lang="zh-CN" altLang="en-US" sz="1600" dirty="0">
                <a:latin typeface="微软雅黑" panose="020B0503020204020204" pitchFamily="34" charset="-122"/>
                <a:ea typeface="微软雅黑" panose="020B0503020204020204" pitchFamily="34" charset="-122"/>
              </a:rPr>
              <a:t>）</a:t>
            </a:r>
          </a:p>
        </p:txBody>
      </p:sp>
      <p:sp>
        <p:nvSpPr>
          <p:cNvPr id="14" name="文本框 13">
            <a:extLst>
              <a:ext uri="{FF2B5EF4-FFF2-40B4-BE49-F238E27FC236}">
                <a16:creationId xmlns:a16="http://schemas.microsoft.com/office/drawing/2014/main" id="{695A15AF-799C-2501-48D2-DBB34E273D1F}"/>
              </a:ext>
            </a:extLst>
          </p:cNvPr>
          <p:cNvSpPr txBox="1"/>
          <p:nvPr/>
        </p:nvSpPr>
        <p:spPr>
          <a:xfrm>
            <a:off x="11542816" y="6270171"/>
            <a:ext cx="302820" cy="369332"/>
          </a:xfrm>
          <a:prstGeom prst="rect">
            <a:avLst/>
          </a:prstGeom>
          <a:noFill/>
        </p:spPr>
        <p:txBody>
          <a:bodyPr wrap="square" rtlCol="0">
            <a:spAutoFit/>
          </a:bodyPr>
          <a:lstStyle/>
          <a:p>
            <a:r>
              <a:rPr lang="en-US" altLang="zh-CN" dirty="0"/>
              <a:t>9</a:t>
            </a:r>
            <a:endParaRPr lang="zh-CN" altLang="en-US" dirty="0"/>
          </a:p>
        </p:txBody>
      </p:sp>
    </p:spTree>
    <p:extLst>
      <p:ext uri="{BB962C8B-B14F-4D97-AF65-F5344CB8AC3E}">
        <p14:creationId xmlns:p14="http://schemas.microsoft.com/office/powerpoint/2010/main" val="3942384589"/>
      </p:ext>
    </p:extLst>
  </p:cSld>
  <p:clrMapOvr>
    <a:masterClrMapping/>
  </p:clrMapOvr>
  <mc:AlternateContent xmlns:mc="http://schemas.openxmlformats.org/markup-compatibility/2006" xmlns:p14="http://schemas.microsoft.com/office/powerpoint/2010/main">
    <mc:Choice Requires="p14">
      <p:transition p14:dur="10" advTm="1260"/>
    </mc:Choice>
    <mc:Fallback xmlns="">
      <p:transition advTm="1260"/>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剪去单角 6">
            <a:extLst>
              <a:ext uri="{FF2B5EF4-FFF2-40B4-BE49-F238E27FC236}">
                <a16:creationId xmlns:a16="http://schemas.microsoft.com/office/drawing/2014/main" id="{090DC2B6-60A5-388B-0BEC-885EF4760BEF}"/>
              </a:ext>
            </a:extLst>
          </p:cNvPr>
          <p:cNvSpPr/>
          <p:nvPr/>
        </p:nvSpPr>
        <p:spPr>
          <a:xfrm>
            <a:off x="456510" y="363276"/>
            <a:ext cx="453697" cy="434666"/>
          </a:xfrm>
          <a:prstGeom prst="snip1Rect">
            <a:avLst/>
          </a:prstGeom>
          <a:solidFill>
            <a:srgbClr val="00AF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802295" rtl="0" eaLnBrk="1" latinLnBrk="0" hangingPunct="1">
              <a:defRPr sz="1600" kern="1200">
                <a:solidFill>
                  <a:schemeClr val="lt1"/>
                </a:solidFill>
                <a:latin typeface="+mn-lt"/>
                <a:ea typeface="+mn-ea"/>
                <a:cs typeface="+mn-cs"/>
              </a:defRPr>
            </a:lvl1pPr>
            <a:lvl2pPr marL="401147" algn="l" defTabSz="802295" rtl="0" eaLnBrk="1" latinLnBrk="0" hangingPunct="1">
              <a:defRPr sz="1600" kern="1200">
                <a:solidFill>
                  <a:schemeClr val="lt1"/>
                </a:solidFill>
                <a:latin typeface="+mn-lt"/>
                <a:ea typeface="+mn-ea"/>
                <a:cs typeface="+mn-cs"/>
              </a:defRPr>
            </a:lvl2pPr>
            <a:lvl3pPr marL="802295" algn="l" defTabSz="802295" rtl="0" eaLnBrk="1" latinLnBrk="0" hangingPunct="1">
              <a:defRPr sz="1600" kern="1200">
                <a:solidFill>
                  <a:schemeClr val="lt1"/>
                </a:solidFill>
                <a:latin typeface="+mn-lt"/>
                <a:ea typeface="+mn-ea"/>
                <a:cs typeface="+mn-cs"/>
              </a:defRPr>
            </a:lvl3pPr>
            <a:lvl4pPr marL="1203442" algn="l" defTabSz="802295" rtl="0" eaLnBrk="1" latinLnBrk="0" hangingPunct="1">
              <a:defRPr sz="1600" kern="1200">
                <a:solidFill>
                  <a:schemeClr val="lt1"/>
                </a:solidFill>
                <a:latin typeface="+mn-lt"/>
                <a:ea typeface="+mn-ea"/>
                <a:cs typeface="+mn-cs"/>
              </a:defRPr>
            </a:lvl4pPr>
            <a:lvl5pPr marL="1604589" algn="l" defTabSz="802295" rtl="0" eaLnBrk="1" latinLnBrk="0" hangingPunct="1">
              <a:defRPr sz="1600" kern="1200">
                <a:solidFill>
                  <a:schemeClr val="lt1"/>
                </a:solidFill>
                <a:latin typeface="+mn-lt"/>
                <a:ea typeface="+mn-ea"/>
                <a:cs typeface="+mn-cs"/>
              </a:defRPr>
            </a:lvl5pPr>
            <a:lvl6pPr marL="2005736" algn="l" defTabSz="802295" rtl="0" eaLnBrk="1" latinLnBrk="0" hangingPunct="1">
              <a:defRPr sz="1600" kern="1200">
                <a:solidFill>
                  <a:schemeClr val="lt1"/>
                </a:solidFill>
                <a:latin typeface="+mn-lt"/>
                <a:ea typeface="+mn-ea"/>
                <a:cs typeface="+mn-cs"/>
              </a:defRPr>
            </a:lvl6pPr>
            <a:lvl7pPr marL="2406884" algn="l" defTabSz="802295" rtl="0" eaLnBrk="1" latinLnBrk="0" hangingPunct="1">
              <a:defRPr sz="1600" kern="1200">
                <a:solidFill>
                  <a:schemeClr val="lt1"/>
                </a:solidFill>
                <a:latin typeface="+mn-lt"/>
                <a:ea typeface="+mn-ea"/>
                <a:cs typeface="+mn-cs"/>
              </a:defRPr>
            </a:lvl7pPr>
            <a:lvl8pPr marL="2808031" algn="l" defTabSz="802295" rtl="0" eaLnBrk="1" latinLnBrk="0" hangingPunct="1">
              <a:defRPr sz="1600" kern="1200">
                <a:solidFill>
                  <a:schemeClr val="lt1"/>
                </a:solidFill>
                <a:latin typeface="+mn-lt"/>
                <a:ea typeface="+mn-ea"/>
                <a:cs typeface="+mn-cs"/>
              </a:defRPr>
            </a:lvl8pPr>
            <a:lvl9pPr marL="3209178" algn="l" defTabSz="802295" rtl="0" eaLnBrk="1" latinLnBrk="0" hangingPunct="1">
              <a:defRPr sz="1600" kern="1200">
                <a:solidFill>
                  <a:schemeClr val="lt1"/>
                </a:solidFill>
                <a:latin typeface="+mn-lt"/>
                <a:ea typeface="+mn-ea"/>
                <a:cs typeface="+mn-cs"/>
              </a:defRPr>
            </a:lvl9pPr>
          </a:lstStyle>
          <a:p>
            <a:pPr algn="ctr"/>
            <a:endParaRPr lang="zh-CN" altLang="en-US"/>
          </a:p>
        </p:txBody>
      </p:sp>
      <p:sp>
        <p:nvSpPr>
          <p:cNvPr id="8" name="矩形: 剪去单角 7">
            <a:extLst>
              <a:ext uri="{FF2B5EF4-FFF2-40B4-BE49-F238E27FC236}">
                <a16:creationId xmlns:a16="http://schemas.microsoft.com/office/drawing/2014/main" id="{7C49A1BE-A0E7-7AF3-F4A0-69B94FF892C6}"/>
              </a:ext>
            </a:extLst>
          </p:cNvPr>
          <p:cNvSpPr/>
          <p:nvPr/>
        </p:nvSpPr>
        <p:spPr>
          <a:xfrm>
            <a:off x="384502" y="435284"/>
            <a:ext cx="453697" cy="434666"/>
          </a:xfrm>
          <a:prstGeom prst="snip1Rect">
            <a:avLst/>
          </a:prstGeom>
          <a:solidFill>
            <a:srgbClr val="005EA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802295" rtl="0" eaLnBrk="1" latinLnBrk="0" hangingPunct="1">
              <a:defRPr sz="1600" kern="1200">
                <a:solidFill>
                  <a:schemeClr val="lt1"/>
                </a:solidFill>
                <a:latin typeface="+mn-lt"/>
                <a:ea typeface="+mn-ea"/>
                <a:cs typeface="+mn-cs"/>
              </a:defRPr>
            </a:lvl1pPr>
            <a:lvl2pPr marL="401147" algn="l" defTabSz="802295" rtl="0" eaLnBrk="1" latinLnBrk="0" hangingPunct="1">
              <a:defRPr sz="1600" kern="1200">
                <a:solidFill>
                  <a:schemeClr val="lt1"/>
                </a:solidFill>
                <a:latin typeface="+mn-lt"/>
                <a:ea typeface="+mn-ea"/>
                <a:cs typeface="+mn-cs"/>
              </a:defRPr>
            </a:lvl2pPr>
            <a:lvl3pPr marL="802295" algn="l" defTabSz="802295" rtl="0" eaLnBrk="1" latinLnBrk="0" hangingPunct="1">
              <a:defRPr sz="1600" kern="1200">
                <a:solidFill>
                  <a:schemeClr val="lt1"/>
                </a:solidFill>
                <a:latin typeface="+mn-lt"/>
                <a:ea typeface="+mn-ea"/>
                <a:cs typeface="+mn-cs"/>
              </a:defRPr>
            </a:lvl3pPr>
            <a:lvl4pPr marL="1203442" algn="l" defTabSz="802295" rtl="0" eaLnBrk="1" latinLnBrk="0" hangingPunct="1">
              <a:defRPr sz="1600" kern="1200">
                <a:solidFill>
                  <a:schemeClr val="lt1"/>
                </a:solidFill>
                <a:latin typeface="+mn-lt"/>
                <a:ea typeface="+mn-ea"/>
                <a:cs typeface="+mn-cs"/>
              </a:defRPr>
            </a:lvl4pPr>
            <a:lvl5pPr marL="1604589" algn="l" defTabSz="802295" rtl="0" eaLnBrk="1" latinLnBrk="0" hangingPunct="1">
              <a:defRPr sz="1600" kern="1200">
                <a:solidFill>
                  <a:schemeClr val="lt1"/>
                </a:solidFill>
                <a:latin typeface="+mn-lt"/>
                <a:ea typeface="+mn-ea"/>
                <a:cs typeface="+mn-cs"/>
              </a:defRPr>
            </a:lvl5pPr>
            <a:lvl6pPr marL="2005736" algn="l" defTabSz="802295" rtl="0" eaLnBrk="1" latinLnBrk="0" hangingPunct="1">
              <a:defRPr sz="1600" kern="1200">
                <a:solidFill>
                  <a:schemeClr val="lt1"/>
                </a:solidFill>
                <a:latin typeface="+mn-lt"/>
                <a:ea typeface="+mn-ea"/>
                <a:cs typeface="+mn-cs"/>
              </a:defRPr>
            </a:lvl6pPr>
            <a:lvl7pPr marL="2406884" algn="l" defTabSz="802295" rtl="0" eaLnBrk="1" latinLnBrk="0" hangingPunct="1">
              <a:defRPr sz="1600" kern="1200">
                <a:solidFill>
                  <a:schemeClr val="lt1"/>
                </a:solidFill>
                <a:latin typeface="+mn-lt"/>
                <a:ea typeface="+mn-ea"/>
                <a:cs typeface="+mn-cs"/>
              </a:defRPr>
            </a:lvl7pPr>
            <a:lvl8pPr marL="2808031" algn="l" defTabSz="802295" rtl="0" eaLnBrk="1" latinLnBrk="0" hangingPunct="1">
              <a:defRPr sz="1600" kern="1200">
                <a:solidFill>
                  <a:schemeClr val="lt1"/>
                </a:solidFill>
                <a:latin typeface="+mn-lt"/>
                <a:ea typeface="+mn-ea"/>
                <a:cs typeface="+mn-cs"/>
              </a:defRPr>
            </a:lvl8pPr>
            <a:lvl9pPr marL="3209178" algn="l" defTabSz="802295" rtl="0" eaLnBrk="1" latinLnBrk="0" hangingPunct="1">
              <a:defRPr sz="1600" kern="1200">
                <a:solidFill>
                  <a:schemeClr val="lt1"/>
                </a:solidFill>
                <a:latin typeface="+mn-lt"/>
                <a:ea typeface="+mn-ea"/>
                <a:cs typeface="+mn-cs"/>
              </a:defRPr>
            </a:lvl9pPr>
          </a:lstStyle>
          <a:p>
            <a:pPr algn="ctr"/>
            <a:endParaRPr lang="en-US" altLang="zh-CN" sz="4000" dirty="0">
              <a:latin typeface="方正兰亭准黑_GBK" panose="02000000000000000000" pitchFamily="2" charset="-122"/>
              <a:ea typeface="方正兰亭准黑_GBK" panose="02000000000000000000" pitchFamily="2" charset="-122"/>
            </a:endParaRPr>
          </a:p>
        </p:txBody>
      </p:sp>
      <p:sp>
        <p:nvSpPr>
          <p:cNvPr id="9" name="文本框 8">
            <a:extLst>
              <a:ext uri="{FF2B5EF4-FFF2-40B4-BE49-F238E27FC236}">
                <a16:creationId xmlns:a16="http://schemas.microsoft.com/office/drawing/2014/main" id="{B1AF1609-1A2E-42F7-1CDB-A412B6C665CA}"/>
              </a:ext>
            </a:extLst>
          </p:cNvPr>
          <p:cNvSpPr txBox="1"/>
          <p:nvPr/>
        </p:nvSpPr>
        <p:spPr>
          <a:xfrm>
            <a:off x="982215" y="422115"/>
            <a:ext cx="2809298" cy="375827"/>
          </a:xfrm>
          <a:prstGeom prst="rect">
            <a:avLst/>
          </a:prstGeom>
          <a:noFill/>
        </p:spPr>
        <p:txBody>
          <a:bodyPr wrap="square" lIns="67391" tIns="33696" rIns="67391" bIns="33696" rtlCol="0">
            <a:spAutoFit/>
          </a:bodyPr>
          <a:lstStyle>
            <a:defPPr>
              <a:defRPr lang="zh-CN"/>
            </a:defPPr>
            <a:lvl1pPr marL="0" algn="l" defTabSz="802295" rtl="0" eaLnBrk="1" latinLnBrk="0" hangingPunct="1">
              <a:defRPr sz="1600" kern="1200">
                <a:solidFill>
                  <a:schemeClr val="tx1"/>
                </a:solidFill>
                <a:latin typeface="+mn-lt"/>
                <a:ea typeface="+mn-ea"/>
                <a:cs typeface="+mn-cs"/>
              </a:defRPr>
            </a:lvl1pPr>
            <a:lvl2pPr marL="401147" algn="l" defTabSz="802295" rtl="0" eaLnBrk="1" latinLnBrk="0" hangingPunct="1">
              <a:defRPr sz="1600" kern="1200">
                <a:solidFill>
                  <a:schemeClr val="tx1"/>
                </a:solidFill>
                <a:latin typeface="+mn-lt"/>
                <a:ea typeface="+mn-ea"/>
                <a:cs typeface="+mn-cs"/>
              </a:defRPr>
            </a:lvl2pPr>
            <a:lvl3pPr marL="802295" algn="l" defTabSz="802295" rtl="0" eaLnBrk="1" latinLnBrk="0" hangingPunct="1">
              <a:defRPr sz="1600" kern="1200">
                <a:solidFill>
                  <a:schemeClr val="tx1"/>
                </a:solidFill>
                <a:latin typeface="+mn-lt"/>
                <a:ea typeface="+mn-ea"/>
                <a:cs typeface="+mn-cs"/>
              </a:defRPr>
            </a:lvl3pPr>
            <a:lvl4pPr marL="1203442" algn="l" defTabSz="802295" rtl="0" eaLnBrk="1" latinLnBrk="0" hangingPunct="1">
              <a:defRPr sz="1600" kern="1200">
                <a:solidFill>
                  <a:schemeClr val="tx1"/>
                </a:solidFill>
                <a:latin typeface="+mn-lt"/>
                <a:ea typeface="+mn-ea"/>
                <a:cs typeface="+mn-cs"/>
              </a:defRPr>
            </a:lvl4pPr>
            <a:lvl5pPr marL="1604589" algn="l" defTabSz="802295" rtl="0" eaLnBrk="1" latinLnBrk="0" hangingPunct="1">
              <a:defRPr sz="1600" kern="1200">
                <a:solidFill>
                  <a:schemeClr val="tx1"/>
                </a:solidFill>
                <a:latin typeface="+mn-lt"/>
                <a:ea typeface="+mn-ea"/>
                <a:cs typeface="+mn-cs"/>
              </a:defRPr>
            </a:lvl5pPr>
            <a:lvl6pPr marL="2005736" algn="l" defTabSz="802295" rtl="0" eaLnBrk="1" latinLnBrk="0" hangingPunct="1">
              <a:defRPr sz="1600" kern="1200">
                <a:solidFill>
                  <a:schemeClr val="tx1"/>
                </a:solidFill>
                <a:latin typeface="+mn-lt"/>
                <a:ea typeface="+mn-ea"/>
                <a:cs typeface="+mn-cs"/>
              </a:defRPr>
            </a:lvl6pPr>
            <a:lvl7pPr marL="2406884" algn="l" defTabSz="802295" rtl="0" eaLnBrk="1" latinLnBrk="0" hangingPunct="1">
              <a:defRPr sz="1600" kern="1200">
                <a:solidFill>
                  <a:schemeClr val="tx1"/>
                </a:solidFill>
                <a:latin typeface="+mn-lt"/>
                <a:ea typeface="+mn-ea"/>
                <a:cs typeface="+mn-cs"/>
              </a:defRPr>
            </a:lvl7pPr>
            <a:lvl8pPr marL="2808031" algn="l" defTabSz="802295" rtl="0" eaLnBrk="1" latinLnBrk="0" hangingPunct="1">
              <a:defRPr sz="1600" kern="1200">
                <a:solidFill>
                  <a:schemeClr val="tx1"/>
                </a:solidFill>
                <a:latin typeface="+mn-lt"/>
                <a:ea typeface="+mn-ea"/>
                <a:cs typeface="+mn-cs"/>
              </a:defRPr>
            </a:lvl8pPr>
            <a:lvl9pPr marL="3209178" algn="l" defTabSz="802295" rtl="0" eaLnBrk="1" latinLnBrk="0" hangingPunct="1">
              <a:defRPr sz="1600" kern="1200">
                <a:solidFill>
                  <a:schemeClr val="tx1"/>
                </a:solidFill>
                <a:latin typeface="+mn-lt"/>
                <a:ea typeface="+mn-ea"/>
                <a:cs typeface="+mn-cs"/>
              </a:defRPr>
            </a:lvl9pPr>
          </a:lstStyle>
          <a:p>
            <a:r>
              <a:rPr lang="en-US" altLang="zh-CN" sz="2000" dirty="0">
                <a:solidFill>
                  <a:srgbClr val="2D5593"/>
                </a:solidFill>
                <a:latin typeface="微软雅黑" panose="020B0503020204020204" pitchFamily="34" charset="-122"/>
                <a:ea typeface="微软雅黑" panose="020B0503020204020204" pitchFamily="34" charset="-122"/>
              </a:rPr>
              <a:t>2.4</a:t>
            </a:r>
            <a:r>
              <a:rPr lang="zh-CN" altLang="en-US" sz="2000" dirty="0">
                <a:solidFill>
                  <a:srgbClr val="2D5593"/>
                </a:solidFill>
                <a:latin typeface="微软雅黑" panose="020B0503020204020204" pitchFamily="34" charset="-122"/>
                <a:ea typeface="微软雅黑" panose="020B0503020204020204" pitchFamily="34" charset="-122"/>
              </a:rPr>
              <a:t> 优化方案</a:t>
            </a:r>
            <a:endParaRPr lang="en-US" altLang="zh-CN" sz="2000" dirty="0">
              <a:solidFill>
                <a:srgbClr val="2D5593"/>
              </a:solidFill>
              <a:latin typeface="微软雅黑" panose="020B0503020204020204" pitchFamily="34" charset="-122"/>
              <a:ea typeface="微软雅黑" panose="020B0503020204020204" pitchFamily="34" charset="-122"/>
            </a:endParaRPr>
          </a:p>
        </p:txBody>
      </p:sp>
      <p:sp>
        <p:nvSpPr>
          <p:cNvPr id="2" name="文本框 1">
            <a:extLst>
              <a:ext uri="{FF2B5EF4-FFF2-40B4-BE49-F238E27FC236}">
                <a16:creationId xmlns:a16="http://schemas.microsoft.com/office/drawing/2014/main" id="{2323A915-0B71-4908-42E9-DF62DB4F6BEE}"/>
              </a:ext>
            </a:extLst>
          </p:cNvPr>
          <p:cNvSpPr txBox="1"/>
          <p:nvPr/>
        </p:nvSpPr>
        <p:spPr>
          <a:xfrm>
            <a:off x="11542815" y="6270171"/>
            <a:ext cx="433449" cy="369332"/>
          </a:xfrm>
          <a:prstGeom prst="rect">
            <a:avLst/>
          </a:prstGeom>
          <a:noFill/>
        </p:spPr>
        <p:txBody>
          <a:bodyPr wrap="square" rtlCol="0">
            <a:spAutoFit/>
          </a:bodyPr>
          <a:lstStyle/>
          <a:p>
            <a:r>
              <a:rPr lang="en-US" altLang="zh-CN" dirty="0"/>
              <a:t>10</a:t>
            </a:r>
            <a:endParaRPr lang="zh-CN" altLang="en-US" dirty="0"/>
          </a:p>
        </p:txBody>
      </p:sp>
      <mc:AlternateContent xmlns:mc="http://schemas.openxmlformats.org/markup-compatibility/2006">
        <mc:Choice xmlns:a14="http://schemas.microsoft.com/office/drawing/2010/main" Requires="a14">
          <p:sp>
            <p:nvSpPr>
              <p:cNvPr id="3" name="文本框 2">
                <a:extLst>
                  <a:ext uri="{FF2B5EF4-FFF2-40B4-BE49-F238E27FC236}">
                    <a16:creationId xmlns:a16="http://schemas.microsoft.com/office/drawing/2014/main" id="{75C0D7FB-2B40-3958-1247-E1E5C6534697}"/>
                  </a:ext>
                </a:extLst>
              </p:cNvPr>
              <p:cNvSpPr txBox="1"/>
              <p:nvPr/>
            </p:nvSpPr>
            <p:spPr>
              <a:xfrm>
                <a:off x="1609725" y="1354312"/>
                <a:ext cx="8972550" cy="4360553"/>
              </a:xfrm>
              <a:prstGeom prst="rect">
                <a:avLst/>
              </a:prstGeom>
              <a:noFill/>
            </p:spPr>
            <p:txBody>
              <a:bodyPr wrap="square" rtlCol="0">
                <a:spAutoFit/>
              </a:bodyPr>
              <a:lstStyle/>
              <a:p>
                <a:pPr indent="279400">
                  <a:lnSpc>
                    <a:spcPct val="130000"/>
                  </a:lnSpc>
                </a:pPr>
                <a:r>
                  <a:rPr lang="zh-CN" altLang="zh-CN"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本课题</a:t>
                </a:r>
                <a:r>
                  <a:rPr lang="zh-CN" altLang="en-US"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我选取了两个指标进行优化，分别是各个芯片内部资源利用率的差异的最大百分比和各个芯片之间的物理连线的最大条数。两者的计算公式如下，</a:t>
                </a:r>
                <a:endParaRPr lang="en-US" altLang="zh-CN"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endParaRPr>
              </a:p>
              <a:p>
                <a:pPr indent="279400">
                  <a:lnSpc>
                    <a:spcPct val="130000"/>
                  </a:lnSpc>
                </a:pPr>
                <a:r>
                  <a:rPr lang="zh-CN" altLang="en-US"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各个芯片内部资源利用率的差异：</a:t>
                </a:r>
                <a:endParaRPr lang="en-US" altLang="zh-CN"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endParaRPr>
              </a:p>
              <a:p>
                <a:pPr indent="279400">
                  <a:lnSpc>
                    <a:spcPct val="130000"/>
                  </a:lnSpc>
                </a:pPr>
                <a14:m>
                  <m:oMathPara xmlns:m="http://schemas.openxmlformats.org/officeDocument/2006/math">
                    <m:oMathParaPr>
                      <m:jc m:val="centerGroup"/>
                    </m:oMathParaPr>
                    <m:oMath xmlns:m="http://schemas.openxmlformats.org/officeDocument/2006/math">
                      <m:r>
                        <a:rPr lang="en-US" altLang="zh-CN" sz="1800" i="1" kern="1400" spc="-50" smtClean="0">
                          <a:solidFill>
                            <a:srgbClr val="000000"/>
                          </a:solidFill>
                          <a:effectLst/>
                          <a:latin typeface="Cambria Math" panose="02040503050406030204" pitchFamily="18" charset="0"/>
                          <a:ea typeface="黑体" panose="02010609060101010101" pitchFamily="49" charset="-122"/>
                          <a:cs typeface="Times New Roman" panose="02020603050405020304" pitchFamily="18" charset="0"/>
                        </a:rPr>
                        <m:t>𝑎</m:t>
                      </m:r>
                      <m:r>
                        <a:rPr lang="en-US" altLang="zh-CN" sz="1800" i="1" kern="1400" spc="-50" smtClean="0">
                          <a:solidFill>
                            <a:srgbClr val="000000"/>
                          </a:solidFill>
                          <a:effectLst/>
                          <a:latin typeface="Cambria Math" panose="02040503050406030204" pitchFamily="18" charset="0"/>
                          <a:ea typeface="黑体" panose="02010609060101010101" pitchFamily="49" charset="-122"/>
                          <a:cs typeface="Times New Roman" panose="02020603050405020304" pitchFamily="18" charset="0"/>
                        </a:rPr>
                        <m:t>= </m:t>
                      </m:r>
                      <m:f>
                        <m:fPr>
                          <m:ctrlPr>
                            <a:rPr lang="zh-CN" altLang="zh-CN" sz="1800" i="1" kern="1400" spc="-50">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sSub>
                            <m:sSubPr>
                              <m:ctrlPr>
                                <a:rPr lang="zh-CN" altLang="zh-CN" sz="1800" i="1" kern="1400" spc="-50">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kern="1400" spc="-50">
                                  <a:solidFill>
                                    <a:srgbClr val="000000"/>
                                  </a:solidFill>
                                  <a:effectLst/>
                                  <a:latin typeface="Cambria Math" panose="02040503050406030204" pitchFamily="18" charset="0"/>
                                  <a:ea typeface="黑体" panose="02010609060101010101" pitchFamily="49" charset="-122"/>
                                  <a:cs typeface="Times New Roman" panose="02020603050405020304" pitchFamily="18" charset="0"/>
                                </a:rPr>
                                <m:t>𝐶</m:t>
                              </m:r>
                            </m:e>
                            <m:sub>
                              <m:r>
                                <a:rPr lang="en-US" altLang="zh-CN" sz="1800" i="1" kern="1400" spc="-50">
                                  <a:solidFill>
                                    <a:srgbClr val="000000"/>
                                  </a:solidFill>
                                  <a:effectLst/>
                                  <a:latin typeface="Cambria Math" panose="02040503050406030204" pitchFamily="18" charset="0"/>
                                  <a:ea typeface="黑体" panose="02010609060101010101" pitchFamily="49" charset="-122"/>
                                  <a:cs typeface="Times New Roman" panose="02020603050405020304" pitchFamily="18" charset="0"/>
                                </a:rPr>
                                <m:t>𝑚𝑎𝑥</m:t>
                              </m:r>
                            </m:sub>
                          </m:sSub>
                          <m:r>
                            <a:rPr lang="zh-CN" altLang="en-US" sz="1800" i="1" kern="1400" spc="-50">
                              <a:solidFill>
                                <a:srgbClr val="000000"/>
                              </a:solidFill>
                              <a:effectLst/>
                              <a:latin typeface="Cambria Math" panose="02040503050406030204" pitchFamily="18" charset="0"/>
                              <a:ea typeface="微软雅黑" panose="020B0503020204020204" pitchFamily="34" charset="-122"/>
                              <a:cs typeface="微软雅黑" panose="020B0503020204020204" pitchFamily="34" charset="-122"/>
                            </a:rPr>
                            <m:t>−</m:t>
                          </m:r>
                          <m:sSub>
                            <m:sSubPr>
                              <m:ctrlPr>
                                <a:rPr lang="zh-CN" altLang="zh-CN" sz="1800" i="1" kern="1400" spc="-50">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kern="1400" spc="-50">
                                  <a:solidFill>
                                    <a:srgbClr val="000000"/>
                                  </a:solidFill>
                                  <a:effectLst/>
                                  <a:latin typeface="Cambria Math" panose="02040503050406030204" pitchFamily="18" charset="0"/>
                                  <a:ea typeface="黑体" panose="02010609060101010101" pitchFamily="49" charset="-122"/>
                                  <a:cs typeface="Times New Roman" panose="02020603050405020304" pitchFamily="18" charset="0"/>
                                </a:rPr>
                                <m:t>𝐶</m:t>
                              </m:r>
                            </m:e>
                            <m:sub>
                              <m:r>
                                <a:rPr lang="en-US" altLang="zh-CN" sz="1800" i="1" kern="1400" spc="-50">
                                  <a:solidFill>
                                    <a:srgbClr val="000000"/>
                                  </a:solidFill>
                                  <a:effectLst/>
                                  <a:latin typeface="Cambria Math" panose="02040503050406030204" pitchFamily="18" charset="0"/>
                                  <a:ea typeface="黑体" panose="02010609060101010101" pitchFamily="49" charset="-122"/>
                                  <a:cs typeface="Times New Roman" panose="02020603050405020304" pitchFamily="18" charset="0"/>
                                </a:rPr>
                                <m:t>𝑚𝑖𝑛</m:t>
                              </m:r>
                            </m:sub>
                          </m:sSub>
                        </m:num>
                        <m:den>
                          <m:sSub>
                            <m:sSubPr>
                              <m:ctrlPr>
                                <a:rPr lang="zh-CN" altLang="zh-CN" sz="1800" i="1" kern="1400" spc="-50">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kern="1400" spc="-50">
                                  <a:solidFill>
                                    <a:srgbClr val="000000"/>
                                  </a:solidFill>
                                  <a:effectLst/>
                                  <a:latin typeface="Cambria Math" panose="02040503050406030204" pitchFamily="18" charset="0"/>
                                  <a:ea typeface="黑体" panose="02010609060101010101" pitchFamily="49" charset="-122"/>
                                  <a:cs typeface="Times New Roman" panose="02020603050405020304" pitchFamily="18" charset="0"/>
                                </a:rPr>
                                <m:t>𝐶</m:t>
                              </m:r>
                            </m:e>
                            <m:sub>
                              <m:r>
                                <a:rPr lang="en-US" altLang="zh-CN" sz="1800" i="1" kern="1400" spc="-50">
                                  <a:solidFill>
                                    <a:srgbClr val="000000"/>
                                  </a:solidFill>
                                  <a:effectLst/>
                                  <a:latin typeface="Cambria Math" panose="02040503050406030204" pitchFamily="18" charset="0"/>
                                  <a:ea typeface="黑体" panose="02010609060101010101" pitchFamily="49" charset="-122"/>
                                  <a:cs typeface="Times New Roman" panose="02020603050405020304" pitchFamily="18" charset="0"/>
                                </a:rPr>
                                <m:t>𝑚𝑖𝑛</m:t>
                              </m:r>
                            </m:sub>
                          </m:sSub>
                        </m:den>
                      </m:f>
                    </m:oMath>
                  </m:oMathPara>
                </a14:m>
                <a:endParaRPr lang="zh-CN" altLang="zh-CN" sz="1800" kern="1400" spc="-50" dirty="0">
                  <a:solidFill>
                    <a:srgbClr val="000000"/>
                  </a:solidFill>
                  <a:effectLst/>
                  <a:latin typeface="黑体" panose="02010609060101010101" pitchFamily="49" charset="-122"/>
                  <a:ea typeface="黑体" panose="02010609060101010101" pitchFamily="49" charset="-122"/>
                  <a:cs typeface="Times New Roman" panose="02020603050405020304" pitchFamily="18" charset="0"/>
                </a:endParaRPr>
              </a:p>
              <a:p>
                <a:pPr indent="279400">
                  <a:lnSpc>
                    <a:spcPct val="130000"/>
                  </a:lnSpc>
                </a:pPr>
                <a:r>
                  <a:rPr lang="zh-CN" altLang="en-US"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其中，</a:t>
                </a:r>
                <a:r>
                  <a:rPr lang="en-US" altLang="zh-CN" sz="1800" kern="1400" spc="-50" dirty="0" err="1">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C_max</a:t>
                </a:r>
                <a:r>
                  <a:rPr lang="en-US" altLang="zh-CN"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zh-CN" altLang="en-US"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和 </a:t>
                </a:r>
                <a:r>
                  <a:rPr lang="en-US" altLang="zh-CN" sz="1800" kern="1400" spc="-50" dirty="0" err="1">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C_min</a:t>
                </a:r>
                <a:r>
                  <a:rPr lang="en-US" altLang="zh-CN"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zh-CN" altLang="en-US"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分别为所有芯片中划分到最多 </a:t>
                </a:r>
                <a:r>
                  <a:rPr lang="en-US" altLang="zh-CN"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node </a:t>
                </a:r>
                <a:r>
                  <a:rPr lang="zh-CN" altLang="en-US"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的 </a:t>
                </a:r>
                <a:r>
                  <a:rPr lang="en-US" altLang="zh-CN"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die </a:t>
                </a:r>
                <a:r>
                  <a:rPr lang="zh-CN" altLang="en-US"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中的 </a:t>
                </a:r>
                <a:r>
                  <a:rPr lang="en-US" altLang="zh-CN"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node </a:t>
                </a:r>
                <a:r>
                  <a:rPr lang="zh-CN" altLang="en-US"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数和划分到最少 </a:t>
                </a:r>
                <a:r>
                  <a:rPr lang="en-US" altLang="zh-CN"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node </a:t>
                </a:r>
                <a:r>
                  <a:rPr lang="zh-CN" altLang="en-US"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的 </a:t>
                </a:r>
                <a:r>
                  <a:rPr lang="en-US" altLang="zh-CN"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die </a:t>
                </a:r>
                <a:r>
                  <a:rPr lang="zh-CN" altLang="en-US"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中的 </a:t>
                </a:r>
                <a:r>
                  <a:rPr lang="en-US" altLang="zh-CN"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node </a:t>
                </a:r>
                <a:r>
                  <a:rPr lang="zh-CN" altLang="en-US"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数。</a:t>
                </a:r>
                <a:endParaRPr lang="en-US" altLang="zh-CN"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endParaRPr>
              </a:p>
              <a:p>
                <a:pPr indent="279400">
                  <a:lnSpc>
                    <a:spcPct val="130000"/>
                  </a:lnSpc>
                </a:pPr>
                <a:r>
                  <a:rPr lang="zh-CN" altLang="en-US"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各个芯片之间的物理连线：</a:t>
                </a:r>
                <a:endParaRPr lang="en-US" altLang="zh-CN"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endParaRPr>
              </a:p>
              <a:p>
                <a:pPr indent="279400">
                  <a:lnSpc>
                    <a:spcPct val="130000"/>
                  </a:lnSpc>
                </a:pPr>
                <a14:m>
                  <m:oMathPara xmlns:m="http://schemas.openxmlformats.org/officeDocument/2006/math">
                    <m:oMathParaPr>
                      <m:jc m:val="centerGroup"/>
                    </m:oMathParaPr>
                    <m:oMath xmlns:m="http://schemas.openxmlformats.org/officeDocument/2006/math">
                      <m:r>
                        <a:rPr lang="en-US" altLang="zh-CN" sz="1800" i="1" kern="1400" spc="-50" smtClean="0">
                          <a:solidFill>
                            <a:srgbClr val="000000"/>
                          </a:solidFill>
                          <a:effectLst/>
                          <a:latin typeface="Cambria Math" panose="02040503050406030204" pitchFamily="18" charset="0"/>
                          <a:ea typeface="黑体" panose="02010609060101010101" pitchFamily="49" charset="-122"/>
                          <a:cs typeface="Times New Roman" panose="02020603050405020304" pitchFamily="18" charset="0"/>
                        </a:rPr>
                        <m:t>𝑙</m:t>
                      </m:r>
                      <m:r>
                        <a:rPr lang="en-US" altLang="zh-CN" sz="1800" i="1" kern="1400" spc="-50" smtClean="0">
                          <a:solidFill>
                            <a:srgbClr val="000000"/>
                          </a:solidFill>
                          <a:effectLst/>
                          <a:latin typeface="Cambria Math" panose="02040503050406030204" pitchFamily="18" charset="0"/>
                          <a:ea typeface="黑体" panose="02010609060101010101" pitchFamily="49" charset="-122"/>
                          <a:cs typeface="Times New Roman" panose="02020603050405020304" pitchFamily="18" charset="0"/>
                        </a:rPr>
                        <m:t>= </m:t>
                      </m:r>
                      <m:nary>
                        <m:naryPr>
                          <m:chr m:val="∑"/>
                          <m:limLoc m:val="subSup"/>
                          <m:supHide m:val="on"/>
                          <m:ctrlPr>
                            <a:rPr lang="zh-CN" altLang="zh-CN" sz="1800" i="1" kern="1400" spc="-50">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naryPr>
                        <m:sub>
                          <m:r>
                            <a:rPr lang="en-US" altLang="zh-CN" sz="1800" i="1" kern="1400" spc="-50">
                              <a:solidFill>
                                <a:srgbClr val="000000"/>
                              </a:solidFill>
                              <a:effectLst/>
                              <a:latin typeface="Cambria Math" panose="02040503050406030204" pitchFamily="18" charset="0"/>
                              <a:ea typeface="黑体" panose="02010609060101010101" pitchFamily="49" charset="-122"/>
                              <a:cs typeface="Times New Roman" panose="02020603050405020304" pitchFamily="18" charset="0"/>
                            </a:rPr>
                            <m:t>𝑖</m:t>
                          </m:r>
                        </m:sub>
                        <m:sup/>
                        <m:e>
                          <m:sSub>
                            <m:sSubPr>
                              <m:ctrlPr>
                                <a:rPr lang="zh-CN" altLang="zh-CN" sz="1800" i="1" kern="1400" spc="-50">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kern="1400" spc="-50">
                                  <a:solidFill>
                                    <a:srgbClr val="000000"/>
                                  </a:solidFill>
                                  <a:effectLst/>
                                  <a:latin typeface="Cambria Math" panose="02040503050406030204" pitchFamily="18" charset="0"/>
                                  <a:ea typeface="黑体" panose="02010609060101010101" pitchFamily="49" charset="-122"/>
                                  <a:cs typeface="Times New Roman" panose="02020603050405020304" pitchFamily="18" charset="0"/>
                                </a:rPr>
                                <m:t>𝐷𝑖𝑒</m:t>
                              </m:r>
                            </m:e>
                            <m:sub>
                              <m:sSub>
                                <m:sSubPr>
                                  <m:ctrlPr>
                                    <a:rPr lang="zh-CN" altLang="zh-CN" sz="1800" i="1" kern="1400" spc="-50">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kern="1400" spc="-50">
                                      <a:solidFill>
                                        <a:srgbClr val="000000"/>
                                      </a:solidFill>
                                      <a:effectLst/>
                                      <a:latin typeface="Cambria Math" panose="02040503050406030204" pitchFamily="18" charset="0"/>
                                      <a:ea typeface="黑体" panose="02010609060101010101" pitchFamily="49" charset="-122"/>
                                      <a:cs typeface="Times New Roman" panose="02020603050405020304" pitchFamily="18" charset="0"/>
                                    </a:rPr>
                                    <m:t>𝑛𝑒𝑡</m:t>
                                  </m:r>
                                </m:e>
                                <m:sub>
                                  <m:r>
                                    <a:rPr lang="en-US" altLang="zh-CN" sz="1800" i="1" kern="1400" spc="-50">
                                      <a:solidFill>
                                        <a:srgbClr val="000000"/>
                                      </a:solidFill>
                                      <a:effectLst/>
                                      <a:latin typeface="Cambria Math" panose="02040503050406030204" pitchFamily="18" charset="0"/>
                                      <a:ea typeface="黑体" panose="02010609060101010101" pitchFamily="49" charset="-122"/>
                                      <a:cs typeface="Times New Roman" panose="02020603050405020304" pitchFamily="18" charset="0"/>
                                    </a:rPr>
                                    <m:t>𝑖</m:t>
                                  </m:r>
                                </m:sub>
                              </m:sSub>
                            </m:sub>
                          </m:sSub>
                          <m:r>
                            <a:rPr lang="en-US" altLang="zh-CN" sz="1800" i="1" kern="1400" spc="-50">
                              <a:solidFill>
                                <a:srgbClr val="000000"/>
                              </a:solidFill>
                              <a:effectLst/>
                              <a:latin typeface="Cambria Math" panose="02040503050406030204" pitchFamily="18" charset="0"/>
                              <a:ea typeface="黑体" panose="02010609060101010101" pitchFamily="49" charset="-122"/>
                              <a:cs typeface="Times New Roman" panose="02020603050405020304" pitchFamily="18" charset="0"/>
                            </a:rPr>
                            <m:t>−</m:t>
                          </m:r>
                          <m:sSub>
                            <m:sSubPr>
                              <m:ctrlPr>
                                <a:rPr lang="zh-CN" altLang="zh-CN" sz="1800" i="1" kern="1400" spc="-50">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kern="1400" spc="-50">
                                  <a:solidFill>
                                    <a:srgbClr val="000000"/>
                                  </a:solidFill>
                                  <a:effectLst/>
                                  <a:latin typeface="Cambria Math" panose="02040503050406030204" pitchFamily="18" charset="0"/>
                                  <a:ea typeface="黑体" panose="02010609060101010101" pitchFamily="49" charset="-122"/>
                                  <a:cs typeface="Times New Roman" panose="02020603050405020304" pitchFamily="18" charset="0"/>
                                </a:rPr>
                                <m:t>𝑑𝑖𝑒</m:t>
                              </m:r>
                            </m:e>
                            <m:sub>
                              <m:sSub>
                                <m:sSubPr>
                                  <m:ctrlPr>
                                    <a:rPr lang="zh-CN" altLang="zh-CN" sz="1800" i="1" kern="1400" spc="-50">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kern="1400" spc="-50">
                                      <a:solidFill>
                                        <a:srgbClr val="000000"/>
                                      </a:solidFill>
                                      <a:effectLst/>
                                      <a:latin typeface="Cambria Math" panose="02040503050406030204" pitchFamily="18" charset="0"/>
                                      <a:ea typeface="黑体" panose="02010609060101010101" pitchFamily="49" charset="-122"/>
                                      <a:cs typeface="Times New Roman" panose="02020603050405020304" pitchFamily="18" charset="0"/>
                                    </a:rPr>
                                    <m:t>𝑛𝑒𝑡</m:t>
                                  </m:r>
                                </m:e>
                                <m:sub>
                                  <m:r>
                                    <a:rPr lang="en-US" altLang="zh-CN" sz="1800" i="1" kern="1400" spc="-50">
                                      <a:solidFill>
                                        <a:srgbClr val="000000"/>
                                      </a:solidFill>
                                      <a:effectLst/>
                                      <a:latin typeface="Cambria Math" panose="02040503050406030204" pitchFamily="18" charset="0"/>
                                      <a:ea typeface="黑体" panose="02010609060101010101" pitchFamily="49" charset="-122"/>
                                      <a:cs typeface="Times New Roman" panose="02020603050405020304" pitchFamily="18" charset="0"/>
                                    </a:rPr>
                                    <m:t>𝑖</m:t>
                                  </m:r>
                                </m:sub>
                              </m:sSub>
                            </m:sub>
                          </m:sSub>
                        </m:e>
                      </m:nary>
                    </m:oMath>
                  </m:oMathPara>
                </a14:m>
                <a:endParaRPr lang="zh-CN" altLang="zh-CN" sz="1800" kern="1400" spc="-50" dirty="0">
                  <a:solidFill>
                    <a:srgbClr val="000000"/>
                  </a:solidFill>
                  <a:effectLst/>
                  <a:latin typeface="黑体" panose="02010609060101010101" pitchFamily="49" charset="-122"/>
                  <a:ea typeface="黑体" panose="02010609060101010101" pitchFamily="49" charset="-122"/>
                  <a:cs typeface="Times New Roman" panose="02020603050405020304" pitchFamily="18" charset="0"/>
                </a:endParaRPr>
              </a:p>
              <a:p>
                <a:pPr indent="279400">
                  <a:lnSpc>
                    <a:spcPct val="130000"/>
                  </a:lnSpc>
                </a:pPr>
                <a:r>
                  <a:rPr lang="zh-CN" altLang="zh-CN"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其中，</a:t>
                </a:r>
                <a14:m>
                  <m:oMath xmlns:m="http://schemas.openxmlformats.org/officeDocument/2006/math">
                    <m:sSub>
                      <m:sSubPr>
                        <m:ctrlPr>
                          <a:rPr lang="zh-CN" altLang="zh-CN" sz="1800" i="1" kern="1400" spc="-50">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kern="1400" spc="-50">
                            <a:solidFill>
                              <a:srgbClr val="000000"/>
                            </a:solidFill>
                            <a:effectLst/>
                            <a:latin typeface="Cambria Math" panose="02040503050406030204" pitchFamily="18" charset="0"/>
                            <a:ea typeface="黑体" panose="02010609060101010101" pitchFamily="49" charset="-122"/>
                            <a:cs typeface="Times New Roman" panose="02020603050405020304" pitchFamily="18" charset="0"/>
                          </a:rPr>
                          <m:t>𝐷𝑖𝑒</m:t>
                        </m:r>
                      </m:e>
                      <m:sub>
                        <m:sSub>
                          <m:sSubPr>
                            <m:ctrlPr>
                              <a:rPr lang="zh-CN" altLang="zh-CN" sz="1800" i="1" kern="1400" spc="-50">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kern="1400" spc="-50">
                                <a:solidFill>
                                  <a:srgbClr val="000000"/>
                                </a:solidFill>
                                <a:effectLst/>
                                <a:latin typeface="Cambria Math" panose="02040503050406030204" pitchFamily="18" charset="0"/>
                                <a:ea typeface="黑体" panose="02010609060101010101" pitchFamily="49" charset="-122"/>
                                <a:cs typeface="Times New Roman" panose="02020603050405020304" pitchFamily="18" charset="0"/>
                              </a:rPr>
                              <m:t>𝑛𝑒𝑡</m:t>
                            </m:r>
                          </m:e>
                          <m:sub>
                            <m:r>
                              <a:rPr lang="en-US" altLang="zh-CN" sz="1800" i="1" kern="1400" spc="-50">
                                <a:solidFill>
                                  <a:srgbClr val="000000"/>
                                </a:solidFill>
                                <a:effectLst/>
                                <a:latin typeface="Cambria Math" panose="02040503050406030204" pitchFamily="18" charset="0"/>
                                <a:ea typeface="黑体" panose="02010609060101010101" pitchFamily="49" charset="-122"/>
                                <a:cs typeface="Times New Roman" panose="02020603050405020304" pitchFamily="18" charset="0"/>
                              </a:rPr>
                              <m:t>𝑖</m:t>
                            </m:r>
                          </m:sub>
                        </m:sSub>
                      </m:sub>
                    </m:sSub>
                  </m:oMath>
                </a14:m>
                <a:r>
                  <a:rPr lang="zh-CN" altLang="zh-CN"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和</a:t>
                </a:r>
                <a14:m>
                  <m:oMath xmlns:m="http://schemas.openxmlformats.org/officeDocument/2006/math">
                    <m:sSub>
                      <m:sSubPr>
                        <m:ctrlPr>
                          <a:rPr lang="zh-CN" altLang="zh-CN" sz="1800" i="1" kern="1400" spc="-50">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kern="1400" spc="-50">
                            <a:solidFill>
                              <a:srgbClr val="000000"/>
                            </a:solidFill>
                            <a:effectLst/>
                            <a:latin typeface="Cambria Math" panose="02040503050406030204" pitchFamily="18" charset="0"/>
                            <a:ea typeface="黑体" panose="02010609060101010101" pitchFamily="49" charset="-122"/>
                            <a:cs typeface="Times New Roman" panose="02020603050405020304" pitchFamily="18" charset="0"/>
                          </a:rPr>
                          <m:t>𝑑𝑖𝑒</m:t>
                        </m:r>
                      </m:e>
                      <m:sub>
                        <m:sSub>
                          <m:sSubPr>
                            <m:ctrlPr>
                              <a:rPr lang="zh-CN" altLang="zh-CN" sz="1800" i="1" kern="1400" spc="-50">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kern="1400" spc="-50">
                                <a:solidFill>
                                  <a:srgbClr val="000000"/>
                                </a:solidFill>
                                <a:effectLst/>
                                <a:latin typeface="Cambria Math" panose="02040503050406030204" pitchFamily="18" charset="0"/>
                                <a:ea typeface="黑体" panose="02010609060101010101" pitchFamily="49" charset="-122"/>
                                <a:cs typeface="Times New Roman" panose="02020603050405020304" pitchFamily="18" charset="0"/>
                              </a:rPr>
                              <m:t>𝑛𝑒𝑡</m:t>
                            </m:r>
                          </m:e>
                          <m:sub>
                            <m:r>
                              <a:rPr lang="en-US" altLang="zh-CN" sz="1800" i="1" kern="1400" spc="-50">
                                <a:solidFill>
                                  <a:srgbClr val="000000"/>
                                </a:solidFill>
                                <a:effectLst/>
                                <a:latin typeface="Cambria Math" panose="02040503050406030204" pitchFamily="18" charset="0"/>
                                <a:ea typeface="黑体" panose="02010609060101010101" pitchFamily="49" charset="-122"/>
                                <a:cs typeface="Times New Roman" panose="02020603050405020304" pitchFamily="18" charset="0"/>
                              </a:rPr>
                              <m:t>𝑖</m:t>
                            </m:r>
                          </m:sub>
                        </m:sSub>
                      </m:sub>
                    </m:sSub>
                  </m:oMath>
                </a14:m>
                <a:r>
                  <a:rPr lang="zh-CN" altLang="zh-CN"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分别为与</a:t>
                </a:r>
                <a:r>
                  <a:rPr lang="en-US" altLang="zh-CN"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 net </a:t>
                </a:r>
                <a:r>
                  <a:rPr lang="zh-CN" altLang="zh-CN"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相交的所有</a:t>
                </a:r>
                <a:r>
                  <a:rPr lang="en-US" altLang="zh-CN"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 die</a:t>
                </a:r>
                <a:r>
                  <a:rPr lang="zh-CN" altLang="zh-CN"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net </a:t>
                </a:r>
                <a:r>
                  <a:rPr lang="zh-CN" altLang="zh-CN"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中部分</a:t>
                </a:r>
                <a:r>
                  <a:rPr lang="en-US" altLang="zh-CN"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 node </a:t>
                </a:r>
                <a:r>
                  <a:rPr lang="zh-CN" altLang="zh-CN"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被划分到的</a:t>
                </a:r>
                <a:r>
                  <a:rPr lang="en-US" altLang="zh-CN"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 die</a:t>
                </a:r>
                <a:r>
                  <a:rPr lang="zh-CN" altLang="zh-CN"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）中索引的最大值和最小值。</a:t>
                </a:r>
              </a:p>
            </p:txBody>
          </p:sp>
        </mc:Choice>
        <mc:Fallback>
          <p:sp>
            <p:nvSpPr>
              <p:cNvPr id="3" name="文本框 2">
                <a:extLst>
                  <a:ext uri="{FF2B5EF4-FFF2-40B4-BE49-F238E27FC236}">
                    <a16:creationId xmlns:a16="http://schemas.microsoft.com/office/drawing/2014/main" id="{75C0D7FB-2B40-3958-1247-E1E5C6534697}"/>
                  </a:ext>
                </a:extLst>
              </p:cNvPr>
              <p:cNvSpPr txBox="1">
                <a:spLocks noRot="1" noChangeAspect="1" noMove="1" noResize="1" noEditPoints="1" noAdjustHandles="1" noChangeArrowheads="1" noChangeShapeType="1" noTextEdit="1"/>
              </p:cNvSpPr>
              <p:nvPr/>
            </p:nvSpPr>
            <p:spPr>
              <a:xfrm>
                <a:off x="1609725" y="1354312"/>
                <a:ext cx="8972550" cy="4360553"/>
              </a:xfrm>
              <a:prstGeom prst="rect">
                <a:avLst/>
              </a:prstGeom>
              <a:blipFill>
                <a:blip r:embed="rId2"/>
                <a:stretch>
                  <a:fillRect l="-543" r="-3057" b="-1678"/>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576642785"/>
      </p:ext>
    </p:extLst>
  </p:cSld>
  <p:clrMapOvr>
    <a:masterClrMapping/>
  </p:clrMapOvr>
  <mc:AlternateContent xmlns:mc="http://schemas.openxmlformats.org/markup-compatibility/2006" xmlns:p14="http://schemas.microsoft.com/office/powerpoint/2010/main">
    <mc:Choice Requires="p14">
      <p:transition p14:dur="10" advTm="1260"/>
    </mc:Choice>
    <mc:Fallback xmlns="">
      <p:transition advTm="1260"/>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剪去单角 6">
            <a:extLst>
              <a:ext uri="{FF2B5EF4-FFF2-40B4-BE49-F238E27FC236}">
                <a16:creationId xmlns:a16="http://schemas.microsoft.com/office/drawing/2014/main" id="{090DC2B6-60A5-388B-0BEC-885EF4760BEF}"/>
              </a:ext>
            </a:extLst>
          </p:cNvPr>
          <p:cNvSpPr/>
          <p:nvPr/>
        </p:nvSpPr>
        <p:spPr>
          <a:xfrm>
            <a:off x="456510" y="363276"/>
            <a:ext cx="453697" cy="434666"/>
          </a:xfrm>
          <a:prstGeom prst="snip1Rect">
            <a:avLst/>
          </a:prstGeom>
          <a:solidFill>
            <a:srgbClr val="00AF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802295" rtl="0" eaLnBrk="1" latinLnBrk="0" hangingPunct="1">
              <a:defRPr sz="1600" kern="1200">
                <a:solidFill>
                  <a:schemeClr val="lt1"/>
                </a:solidFill>
                <a:latin typeface="+mn-lt"/>
                <a:ea typeface="+mn-ea"/>
                <a:cs typeface="+mn-cs"/>
              </a:defRPr>
            </a:lvl1pPr>
            <a:lvl2pPr marL="401147" algn="l" defTabSz="802295" rtl="0" eaLnBrk="1" latinLnBrk="0" hangingPunct="1">
              <a:defRPr sz="1600" kern="1200">
                <a:solidFill>
                  <a:schemeClr val="lt1"/>
                </a:solidFill>
                <a:latin typeface="+mn-lt"/>
                <a:ea typeface="+mn-ea"/>
                <a:cs typeface="+mn-cs"/>
              </a:defRPr>
            </a:lvl2pPr>
            <a:lvl3pPr marL="802295" algn="l" defTabSz="802295" rtl="0" eaLnBrk="1" latinLnBrk="0" hangingPunct="1">
              <a:defRPr sz="1600" kern="1200">
                <a:solidFill>
                  <a:schemeClr val="lt1"/>
                </a:solidFill>
                <a:latin typeface="+mn-lt"/>
                <a:ea typeface="+mn-ea"/>
                <a:cs typeface="+mn-cs"/>
              </a:defRPr>
            </a:lvl3pPr>
            <a:lvl4pPr marL="1203442" algn="l" defTabSz="802295" rtl="0" eaLnBrk="1" latinLnBrk="0" hangingPunct="1">
              <a:defRPr sz="1600" kern="1200">
                <a:solidFill>
                  <a:schemeClr val="lt1"/>
                </a:solidFill>
                <a:latin typeface="+mn-lt"/>
                <a:ea typeface="+mn-ea"/>
                <a:cs typeface="+mn-cs"/>
              </a:defRPr>
            </a:lvl4pPr>
            <a:lvl5pPr marL="1604589" algn="l" defTabSz="802295" rtl="0" eaLnBrk="1" latinLnBrk="0" hangingPunct="1">
              <a:defRPr sz="1600" kern="1200">
                <a:solidFill>
                  <a:schemeClr val="lt1"/>
                </a:solidFill>
                <a:latin typeface="+mn-lt"/>
                <a:ea typeface="+mn-ea"/>
                <a:cs typeface="+mn-cs"/>
              </a:defRPr>
            </a:lvl5pPr>
            <a:lvl6pPr marL="2005736" algn="l" defTabSz="802295" rtl="0" eaLnBrk="1" latinLnBrk="0" hangingPunct="1">
              <a:defRPr sz="1600" kern="1200">
                <a:solidFill>
                  <a:schemeClr val="lt1"/>
                </a:solidFill>
                <a:latin typeface="+mn-lt"/>
                <a:ea typeface="+mn-ea"/>
                <a:cs typeface="+mn-cs"/>
              </a:defRPr>
            </a:lvl6pPr>
            <a:lvl7pPr marL="2406884" algn="l" defTabSz="802295" rtl="0" eaLnBrk="1" latinLnBrk="0" hangingPunct="1">
              <a:defRPr sz="1600" kern="1200">
                <a:solidFill>
                  <a:schemeClr val="lt1"/>
                </a:solidFill>
                <a:latin typeface="+mn-lt"/>
                <a:ea typeface="+mn-ea"/>
                <a:cs typeface="+mn-cs"/>
              </a:defRPr>
            </a:lvl7pPr>
            <a:lvl8pPr marL="2808031" algn="l" defTabSz="802295" rtl="0" eaLnBrk="1" latinLnBrk="0" hangingPunct="1">
              <a:defRPr sz="1600" kern="1200">
                <a:solidFill>
                  <a:schemeClr val="lt1"/>
                </a:solidFill>
                <a:latin typeface="+mn-lt"/>
                <a:ea typeface="+mn-ea"/>
                <a:cs typeface="+mn-cs"/>
              </a:defRPr>
            </a:lvl8pPr>
            <a:lvl9pPr marL="3209178" algn="l" defTabSz="802295" rtl="0" eaLnBrk="1" latinLnBrk="0" hangingPunct="1">
              <a:defRPr sz="1600" kern="1200">
                <a:solidFill>
                  <a:schemeClr val="lt1"/>
                </a:solidFill>
                <a:latin typeface="+mn-lt"/>
                <a:ea typeface="+mn-ea"/>
                <a:cs typeface="+mn-cs"/>
              </a:defRPr>
            </a:lvl9pPr>
          </a:lstStyle>
          <a:p>
            <a:pPr algn="ctr"/>
            <a:endParaRPr lang="zh-CN" altLang="en-US"/>
          </a:p>
        </p:txBody>
      </p:sp>
      <p:sp>
        <p:nvSpPr>
          <p:cNvPr id="8" name="矩形: 剪去单角 7">
            <a:extLst>
              <a:ext uri="{FF2B5EF4-FFF2-40B4-BE49-F238E27FC236}">
                <a16:creationId xmlns:a16="http://schemas.microsoft.com/office/drawing/2014/main" id="{7C49A1BE-A0E7-7AF3-F4A0-69B94FF892C6}"/>
              </a:ext>
            </a:extLst>
          </p:cNvPr>
          <p:cNvSpPr/>
          <p:nvPr/>
        </p:nvSpPr>
        <p:spPr>
          <a:xfrm>
            <a:off x="384502" y="435284"/>
            <a:ext cx="453697" cy="434666"/>
          </a:xfrm>
          <a:prstGeom prst="snip1Rect">
            <a:avLst/>
          </a:prstGeom>
          <a:solidFill>
            <a:srgbClr val="005EA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802295" rtl="0" eaLnBrk="1" latinLnBrk="0" hangingPunct="1">
              <a:defRPr sz="1600" kern="1200">
                <a:solidFill>
                  <a:schemeClr val="lt1"/>
                </a:solidFill>
                <a:latin typeface="+mn-lt"/>
                <a:ea typeface="+mn-ea"/>
                <a:cs typeface="+mn-cs"/>
              </a:defRPr>
            </a:lvl1pPr>
            <a:lvl2pPr marL="401147" algn="l" defTabSz="802295" rtl="0" eaLnBrk="1" latinLnBrk="0" hangingPunct="1">
              <a:defRPr sz="1600" kern="1200">
                <a:solidFill>
                  <a:schemeClr val="lt1"/>
                </a:solidFill>
                <a:latin typeface="+mn-lt"/>
                <a:ea typeface="+mn-ea"/>
                <a:cs typeface="+mn-cs"/>
              </a:defRPr>
            </a:lvl2pPr>
            <a:lvl3pPr marL="802295" algn="l" defTabSz="802295" rtl="0" eaLnBrk="1" latinLnBrk="0" hangingPunct="1">
              <a:defRPr sz="1600" kern="1200">
                <a:solidFill>
                  <a:schemeClr val="lt1"/>
                </a:solidFill>
                <a:latin typeface="+mn-lt"/>
                <a:ea typeface="+mn-ea"/>
                <a:cs typeface="+mn-cs"/>
              </a:defRPr>
            </a:lvl3pPr>
            <a:lvl4pPr marL="1203442" algn="l" defTabSz="802295" rtl="0" eaLnBrk="1" latinLnBrk="0" hangingPunct="1">
              <a:defRPr sz="1600" kern="1200">
                <a:solidFill>
                  <a:schemeClr val="lt1"/>
                </a:solidFill>
                <a:latin typeface="+mn-lt"/>
                <a:ea typeface="+mn-ea"/>
                <a:cs typeface="+mn-cs"/>
              </a:defRPr>
            </a:lvl4pPr>
            <a:lvl5pPr marL="1604589" algn="l" defTabSz="802295" rtl="0" eaLnBrk="1" latinLnBrk="0" hangingPunct="1">
              <a:defRPr sz="1600" kern="1200">
                <a:solidFill>
                  <a:schemeClr val="lt1"/>
                </a:solidFill>
                <a:latin typeface="+mn-lt"/>
                <a:ea typeface="+mn-ea"/>
                <a:cs typeface="+mn-cs"/>
              </a:defRPr>
            </a:lvl5pPr>
            <a:lvl6pPr marL="2005736" algn="l" defTabSz="802295" rtl="0" eaLnBrk="1" latinLnBrk="0" hangingPunct="1">
              <a:defRPr sz="1600" kern="1200">
                <a:solidFill>
                  <a:schemeClr val="lt1"/>
                </a:solidFill>
                <a:latin typeface="+mn-lt"/>
                <a:ea typeface="+mn-ea"/>
                <a:cs typeface="+mn-cs"/>
              </a:defRPr>
            </a:lvl6pPr>
            <a:lvl7pPr marL="2406884" algn="l" defTabSz="802295" rtl="0" eaLnBrk="1" latinLnBrk="0" hangingPunct="1">
              <a:defRPr sz="1600" kern="1200">
                <a:solidFill>
                  <a:schemeClr val="lt1"/>
                </a:solidFill>
                <a:latin typeface="+mn-lt"/>
                <a:ea typeface="+mn-ea"/>
                <a:cs typeface="+mn-cs"/>
              </a:defRPr>
            </a:lvl7pPr>
            <a:lvl8pPr marL="2808031" algn="l" defTabSz="802295" rtl="0" eaLnBrk="1" latinLnBrk="0" hangingPunct="1">
              <a:defRPr sz="1600" kern="1200">
                <a:solidFill>
                  <a:schemeClr val="lt1"/>
                </a:solidFill>
                <a:latin typeface="+mn-lt"/>
                <a:ea typeface="+mn-ea"/>
                <a:cs typeface="+mn-cs"/>
              </a:defRPr>
            </a:lvl8pPr>
            <a:lvl9pPr marL="3209178" algn="l" defTabSz="802295" rtl="0" eaLnBrk="1" latinLnBrk="0" hangingPunct="1">
              <a:defRPr sz="1600" kern="1200">
                <a:solidFill>
                  <a:schemeClr val="lt1"/>
                </a:solidFill>
                <a:latin typeface="+mn-lt"/>
                <a:ea typeface="+mn-ea"/>
                <a:cs typeface="+mn-cs"/>
              </a:defRPr>
            </a:lvl9pPr>
          </a:lstStyle>
          <a:p>
            <a:pPr algn="ctr"/>
            <a:endParaRPr lang="en-US" altLang="zh-CN" sz="4000" dirty="0">
              <a:latin typeface="方正兰亭准黑_GBK" panose="02000000000000000000" pitchFamily="2" charset="-122"/>
              <a:ea typeface="方正兰亭准黑_GBK" panose="02000000000000000000" pitchFamily="2" charset="-122"/>
            </a:endParaRPr>
          </a:p>
        </p:txBody>
      </p:sp>
      <p:sp>
        <p:nvSpPr>
          <p:cNvPr id="9" name="文本框 8">
            <a:extLst>
              <a:ext uri="{FF2B5EF4-FFF2-40B4-BE49-F238E27FC236}">
                <a16:creationId xmlns:a16="http://schemas.microsoft.com/office/drawing/2014/main" id="{B1AF1609-1A2E-42F7-1CDB-A412B6C665CA}"/>
              </a:ext>
            </a:extLst>
          </p:cNvPr>
          <p:cNvSpPr txBox="1"/>
          <p:nvPr/>
        </p:nvSpPr>
        <p:spPr>
          <a:xfrm>
            <a:off x="982215" y="422115"/>
            <a:ext cx="2809298" cy="375827"/>
          </a:xfrm>
          <a:prstGeom prst="rect">
            <a:avLst/>
          </a:prstGeom>
          <a:noFill/>
        </p:spPr>
        <p:txBody>
          <a:bodyPr wrap="square" lIns="67391" tIns="33696" rIns="67391" bIns="33696" rtlCol="0">
            <a:spAutoFit/>
          </a:bodyPr>
          <a:lstStyle>
            <a:defPPr>
              <a:defRPr lang="zh-CN"/>
            </a:defPPr>
            <a:lvl1pPr marL="0" algn="l" defTabSz="802295" rtl="0" eaLnBrk="1" latinLnBrk="0" hangingPunct="1">
              <a:defRPr sz="1600" kern="1200">
                <a:solidFill>
                  <a:schemeClr val="tx1"/>
                </a:solidFill>
                <a:latin typeface="+mn-lt"/>
                <a:ea typeface="+mn-ea"/>
                <a:cs typeface="+mn-cs"/>
              </a:defRPr>
            </a:lvl1pPr>
            <a:lvl2pPr marL="401147" algn="l" defTabSz="802295" rtl="0" eaLnBrk="1" latinLnBrk="0" hangingPunct="1">
              <a:defRPr sz="1600" kern="1200">
                <a:solidFill>
                  <a:schemeClr val="tx1"/>
                </a:solidFill>
                <a:latin typeface="+mn-lt"/>
                <a:ea typeface="+mn-ea"/>
                <a:cs typeface="+mn-cs"/>
              </a:defRPr>
            </a:lvl2pPr>
            <a:lvl3pPr marL="802295" algn="l" defTabSz="802295" rtl="0" eaLnBrk="1" latinLnBrk="0" hangingPunct="1">
              <a:defRPr sz="1600" kern="1200">
                <a:solidFill>
                  <a:schemeClr val="tx1"/>
                </a:solidFill>
                <a:latin typeface="+mn-lt"/>
                <a:ea typeface="+mn-ea"/>
                <a:cs typeface="+mn-cs"/>
              </a:defRPr>
            </a:lvl3pPr>
            <a:lvl4pPr marL="1203442" algn="l" defTabSz="802295" rtl="0" eaLnBrk="1" latinLnBrk="0" hangingPunct="1">
              <a:defRPr sz="1600" kern="1200">
                <a:solidFill>
                  <a:schemeClr val="tx1"/>
                </a:solidFill>
                <a:latin typeface="+mn-lt"/>
                <a:ea typeface="+mn-ea"/>
                <a:cs typeface="+mn-cs"/>
              </a:defRPr>
            </a:lvl4pPr>
            <a:lvl5pPr marL="1604589" algn="l" defTabSz="802295" rtl="0" eaLnBrk="1" latinLnBrk="0" hangingPunct="1">
              <a:defRPr sz="1600" kern="1200">
                <a:solidFill>
                  <a:schemeClr val="tx1"/>
                </a:solidFill>
                <a:latin typeface="+mn-lt"/>
                <a:ea typeface="+mn-ea"/>
                <a:cs typeface="+mn-cs"/>
              </a:defRPr>
            </a:lvl5pPr>
            <a:lvl6pPr marL="2005736" algn="l" defTabSz="802295" rtl="0" eaLnBrk="1" latinLnBrk="0" hangingPunct="1">
              <a:defRPr sz="1600" kern="1200">
                <a:solidFill>
                  <a:schemeClr val="tx1"/>
                </a:solidFill>
                <a:latin typeface="+mn-lt"/>
                <a:ea typeface="+mn-ea"/>
                <a:cs typeface="+mn-cs"/>
              </a:defRPr>
            </a:lvl6pPr>
            <a:lvl7pPr marL="2406884" algn="l" defTabSz="802295" rtl="0" eaLnBrk="1" latinLnBrk="0" hangingPunct="1">
              <a:defRPr sz="1600" kern="1200">
                <a:solidFill>
                  <a:schemeClr val="tx1"/>
                </a:solidFill>
                <a:latin typeface="+mn-lt"/>
                <a:ea typeface="+mn-ea"/>
                <a:cs typeface="+mn-cs"/>
              </a:defRPr>
            </a:lvl7pPr>
            <a:lvl8pPr marL="2808031" algn="l" defTabSz="802295" rtl="0" eaLnBrk="1" latinLnBrk="0" hangingPunct="1">
              <a:defRPr sz="1600" kern="1200">
                <a:solidFill>
                  <a:schemeClr val="tx1"/>
                </a:solidFill>
                <a:latin typeface="+mn-lt"/>
                <a:ea typeface="+mn-ea"/>
                <a:cs typeface="+mn-cs"/>
              </a:defRPr>
            </a:lvl8pPr>
            <a:lvl9pPr marL="3209178" algn="l" defTabSz="802295" rtl="0" eaLnBrk="1" latinLnBrk="0" hangingPunct="1">
              <a:defRPr sz="1600" kern="1200">
                <a:solidFill>
                  <a:schemeClr val="tx1"/>
                </a:solidFill>
                <a:latin typeface="+mn-lt"/>
                <a:ea typeface="+mn-ea"/>
                <a:cs typeface="+mn-cs"/>
              </a:defRPr>
            </a:lvl9pPr>
          </a:lstStyle>
          <a:p>
            <a:r>
              <a:rPr lang="en-US" altLang="zh-CN" sz="2000" dirty="0">
                <a:solidFill>
                  <a:srgbClr val="2D5593"/>
                </a:solidFill>
                <a:latin typeface="微软雅黑" panose="020B0503020204020204" pitchFamily="34" charset="-122"/>
                <a:ea typeface="微软雅黑" panose="020B0503020204020204" pitchFamily="34" charset="-122"/>
              </a:rPr>
              <a:t>2.4</a:t>
            </a:r>
            <a:r>
              <a:rPr lang="zh-CN" altLang="en-US" sz="2000" dirty="0">
                <a:solidFill>
                  <a:srgbClr val="2D5593"/>
                </a:solidFill>
                <a:latin typeface="微软雅黑" panose="020B0503020204020204" pitchFamily="34" charset="-122"/>
                <a:ea typeface="微软雅黑" panose="020B0503020204020204" pitchFamily="34" charset="-122"/>
              </a:rPr>
              <a:t> 优化方案</a:t>
            </a:r>
            <a:endParaRPr lang="en-US" altLang="zh-CN" sz="2000" dirty="0">
              <a:solidFill>
                <a:srgbClr val="2D5593"/>
              </a:solidFill>
              <a:latin typeface="微软雅黑" panose="020B0503020204020204" pitchFamily="34" charset="-122"/>
              <a:ea typeface="微软雅黑" panose="020B0503020204020204" pitchFamily="34" charset="-122"/>
            </a:endParaRPr>
          </a:p>
        </p:txBody>
      </p:sp>
      <p:sp>
        <p:nvSpPr>
          <p:cNvPr id="2" name="文本框 1">
            <a:extLst>
              <a:ext uri="{FF2B5EF4-FFF2-40B4-BE49-F238E27FC236}">
                <a16:creationId xmlns:a16="http://schemas.microsoft.com/office/drawing/2014/main" id="{0728F8A2-8D13-A8B4-A08A-E75C67991C7C}"/>
              </a:ext>
            </a:extLst>
          </p:cNvPr>
          <p:cNvSpPr txBox="1"/>
          <p:nvPr/>
        </p:nvSpPr>
        <p:spPr>
          <a:xfrm>
            <a:off x="11542815" y="6270171"/>
            <a:ext cx="433449" cy="369332"/>
          </a:xfrm>
          <a:prstGeom prst="rect">
            <a:avLst/>
          </a:prstGeom>
          <a:noFill/>
        </p:spPr>
        <p:txBody>
          <a:bodyPr wrap="square" rtlCol="0">
            <a:spAutoFit/>
          </a:bodyPr>
          <a:lstStyle/>
          <a:p>
            <a:r>
              <a:rPr lang="en-US" altLang="zh-CN" dirty="0"/>
              <a:t>11</a:t>
            </a:r>
            <a:endParaRPr lang="zh-CN" altLang="en-US" dirty="0"/>
          </a:p>
        </p:txBody>
      </p:sp>
      <p:sp>
        <p:nvSpPr>
          <p:cNvPr id="3" name="文本框 2">
            <a:extLst>
              <a:ext uri="{FF2B5EF4-FFF2-40B4-BE49-F238E27FC236}">
                <a16:creationId xmlns:a16="http://schemas.microsoft.com/office/drawing/2014/main" id="{763C0139-165B-4BBC-B199-D364FA258B59}"/>
              </a:ext>
            </a:extLst>
          </p:cNvPr>
          <p:cNvSpPr txBox="1"/>
          <p:nvPr/>
        </p:nvSpPr>
        <p:spPr>
          <a:xfrm>
            <a:off x="1609725" y="1211149"/>
            <a:ext cx="8972550" cy="2217851"/>
          </a:xfrm>
          <a:prstGeom prst="rect">
            <a:avLst/>
          </a:prstGeom>
          <a:noFill/>
        </p:spPr>
        <p:txBody>
          <a:bodyPr wrap="square" rtlCol="0">
            <a:spAutoFit/>
          </a:bodyPr>
          <a:lstStyle/>
          <a:p>
            <a:pPr indent="279400">
              <a:lnSpc>
                <a:spcPct val="130000"/>
              </a:lnSpc>
            </a:pPr>
            <a:r>
              <a:rPr lang="zh-CN" altLang="en-US"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以贪婪放置（</a:t>
            </a:r>
            <a:r>
              <a:rPr lang="en-US" altLang="zh-CN"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Greedy Placement</a:t>
            </a:r>
            <a:r>
              <a:rPr lang="zh-CN" altLang="en-US"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）思想出发设计基于各个芯片内部资源利用率的差异的优化算法：</a:t>
            </a:r>
            <a:endParaRPr lang="en-US" altLang="zh-CN"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endParaRPr>
          </a:p>
          <a:p>
            <a:pPr indent="279400">
              <a:lnSpc>
                <a:spcPct val="130000"/>
              </a:lnSpc>
            </a:pPr>
            <a:r>
              <a:rPr lang="zh-CN" altLang="en-US"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假设我们得到的初始划分结果的不同芯片内部资源利用率的平均差异大于阈值以贪婪放置为设计基础，我们可以把划分到更多 </a:t>
            </a:r>
            <a:r>
              <a:rPr lang="en-US" altLang="zh-CN"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node </a:t>
            </a:r>
            <a:r>
              <a:rPr lang="zh-CN" altLang="en-US"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的 </a:t>
            </a:r>
            <a:r>
              <a:rPr lang="en-US" altLang="zh-CN"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die </a:t>
            </a:r>
            <a:r>
              <a:rPr lang="zh-CN" altLang="en-US"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拿出部分移到划分到更少 </a:t>
            </a:r>
            <a:r>
              <a:rPr lang="en-US" altLang="zh-CN"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node </a:t>
            </a:r>
            <a:r>
              <a:rPr lang="zh-CN" altLang="en-US"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的 </a:t>
            </a:r>
            <a:r>
              <a:rPr lang="en-US" altLang="zh-CN"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die </a:t>
            </a:r>
            <a:r>
              <a:rPr lang="zh-CN" altLang="en-US"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中（如此一来，各个芯片间物理连线条数不会变）。</a:t>
            </a:r>
            <a:endParaRPr lang="en-US" altLang="zh-CN"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endParaRPr>
          </a:p>
          <a:p>
            <a:pPr indent="279400">
              <a:lnSpc>
                <a:spcPct val="130000"/>
              </a:lnSpc>
            </a:pPr>
            <a:r>
              <a:rPr lang="zh-CN" altLang="en-US" kern="1400" spc="-5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具体算法如下所示，</a:t>
            </a:r>
            <a:endParaRPr lang="zh-CN" altLang="zh-CN"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endParaRPr>
          </a:p>
        </p:txBody>
      </p:sp>
      <p:graphicFrame>
        <p:nvGraphicFramePr>
          <p:cNvPr id="4" name="表格 3">
            <a:extLst>
              <a:ext uri="{FF2B5EF4-FFF2-40B4-BE49-F238E27FC236}">
                <a16:creationId xmlns:a16="http://schemas.microsoft.com/office/drawing/2014/main" id="{F9383504-A692-5E2A-2051-93947C631B36}"/>
              </a:ext>
            </a:extLst>
          </p:cNvPr>
          <p:cNvGraphicFramePr>
            <a:graphicFrameLocks noGrp="1"/>
          </p:cNvGraphicFramePr>
          <p:nvPr>
            <p:extLst>
              <p:ext uri="{D42A27DB-BD31-4B8C-83A1-F6EECF244321}">
                <p14:modId xmlns:p14="http://schemas.microsoft.com/office/powerpoint/2010/main" val="1984628608"/>
              </p:ext>
            </p:extLst>
          </p:nvPr>
        </p:nvGraphicFramePr>
        <p:xfrm>
          <a:off x="2032000" y="3529282"/>
          <a:ext cx="8128000" cy="2103120"/>
        </p:xfrm>
        <a:graphic>
          <a:graphicData uri="http://schemas.openxmlformats.org/drawingml/2006/table">
            <a:tbl>
              <a:tblPr firstRow="1" bandRow="1">
                <a:tableStyleId>{5C22544A-7EE6-4342-B048-85BDC9FD1C3A}</a:tableStyleId>
              </a:tblPr>
              <a:tblGrid>
                <a:gridCol w="8128000">
                  <a:extLst>
                    <a:ext uri="{9D8B030D-6E8A-4147-A177-3AD203B41FA5}">
                      <a16:colId xmlns:a16="http://schemas.microsoft.com/office/drawing/2014/main" val="4068513820"/>
                    </a:ext>
                  </a:extLst>
                </a:gridCol>
              </a:tblGrid>
              <a:tr h="370840">
                <a:tc>
                  <a:txBody>
                    <a:bodyPr/>
                    <a:lstStyle/>
                    <a:p>
                      <a:r>
                        <a:rPr lang="zh-CN" altLang="en-US" sz="1800" b="1" dirty="0">
                          <a:solidFill>
                            <a:schemeClr val="tx1"/>
                          </a:solidFill>
                          <a:latin typeface="微软雅黑" panose="020B0503020204020204" pitchFamily="34" charset="-122"/>
                          <a:ea typeface="微软雅黑" panose="020B0503020204020204" pitchFamily="34" charset="-122"/>
                        </a:rPr>
                        <a:t>输入：</a:t>
                      </a:r>
                      <a:r>
                        <a:rPr lang="zh-CN" altLang="en-US" sz="1800" b="0" dirty="0">
                          <a:solidFill>
                            <a:schemeClr val="tx1"/>
                          </a:solidFill>
                          <a:latin typeface="微软雅黑" panose="020B0503020204020204" pitchFamily="34" charset="-122"/>
                          <a:ea typeface="微软雅黑" panose="020B0503020204020204" pitchFamily="34" charset="-122"/>
                        </a:rPr>
                        <a:t>划分方案文件</a:t>
                      </a:r>
                      <a:endParaRPr lang="en-US" altLang="zh-CN" sz="1800" b="0" dirty="0">
                        <a:solidFill>
                          <a:schemeClr val="tx1"/>
                        </a:solidFill>
                        <a:latin typeface="微软雅黑" panose="020B0503020204020204" pitchFamily="34" charset="-122"/>
                        <a:ea typeface="微软雅黑" panose="020B0503020204020204" pitchFamily="34" charset="-122"/>
                      </a:endParaRPr>
                    </a:p>
                    <a:p>
                      <a:r>
                        <a:rPr lang="zh-CN" altLang="en-US" sz="1800" b="1" dirty="0">
                          <a:solidFill>
                            <a:schemeClr val="tx1"/>
                          </a:solidFill>
                          <a:latin typeface="微软雅黑" panose="020B0503020204020204" pitchFamily="34" charset="-122"/>
                          <a:ea typeface="微软雅黑" panose="020B0503020204020204" pitchFamily="34" charset="-122"/>
                        </a:rPr>
                        <a:t>输出：</a:t>
                      </a:r>
                      <a:r>
                        <a:rPr lang="zh-CN" altLang="en-US" sz="1800" b="0" dirty="0">
                          <a:solidFill>
                            <a:schemeClr val="tx1"/>
                          </a:solidFill>
                          <a:latin typeface="微软雅黑" panose="020B0503020204020204" pitchFamily="34" charset="-122"/>
                          <a:ea typeface="微软雅黑" panose="020B0503020204020204" pitchFamily="34" charset="-122"/>
                        </a:rPr>
                        <a:t>新划分方案文件</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8523196"/>
                  </a:ext>
                </a:extLst>
              </a:tr>
              <a:tr h="370840">
                <a:tc>
                  <a:txBody>
                    <a:bodyPr/>
                    <a:lstStyle/>
                    <a:p>
                      <a:r>
                        <a:rPr lang="zh-CN" altLang="en-US" sz="1800" dirty="0">
                          <a:latin typeface="微软雅黑" panose="020B0503020204020204" pitchFamily="34" charset="-122"/>
                          <a:ea typeface="微软雅黑" panose="020B0503020204020204" pitchFamily="34" charset="-122"/>
                        </a:rPr>
                        <a:t>设置所需参数；</a:t>
                      </a:r>
                      <a:endParaRPr lang="en-US" altLang="zh-CN" sz="1800" dirty="0">
                        <a:latin typeface="微软雅黑" panose="020B0503020204020204" pitchFamily="34" charset="-122"/>
                        <a:ea typeface="微软雅黑" panose="020B0503020204020204" pitchFamily="34" charset="-122"/>
                      </a:endParaRPr>
                    </a:p>
                    <a:p>
                      <a:r>
                        <a:rPr lang="zh-CN" altLang="en-US" sz="1800" dirty="0">
                          <a:latin typeface="微软雅黑" panose="020B0503020204020204" pitchFamily="34" charset="-122"/>
                          <a:ea typeface="微软雅黑" panose="020B0503020204020204" pitchFamily="34" charset="-122"/>
                        </a:rPr>
                        <a:t>读取输入文件，寻找拥有最多 </a:t>
                      </a:r>
                      <a:r>
                        <a:rPr lang="en-US" altLang="zh-CN" sz="1800" dirty="0">
                          <a:latin typeface="微软雅黑" panose="020B0503020204020204" pitchFamily="34" charset="-122"/>
                          <a:ea typeface="微软雅黑" panose="020B0503020204020204" pitchFamily="34" charset="-122"/>
                        </a:rPr>
                        <a:t>node </a:t>
                      </a:r>
                      <a:r>
                        <a:rPr lang="zh-CN" altLang="en-US" sz="1800" dirty="0">
                          <a:latin typeface="微软雅黑" panose="020B0503020204020204" pitchFamily="34" charset="-122"/>
                          <a:ea typeface="微软雅黑" panose="020B0503020204020204" pitchFamily="34" charset="-122"/>
                        </a:rPr>
                        <a:t>的 </a:t>
                      </a:r>
                      <a:r>
                        <a:rPr lang="en-US" altLang="zh-CN" sz="1800" dirty="0">
                          <a:latin typeface="微软雅黑" panose="020B0503020204020204" pitchFamily="34" charset="-122"/>
                          <a:ea typeface="微软雅黑" panose="020B0503020204020204" pitchFamily="34" charset="-122"/>
                        </a:rPr>
                        <a:t>net</a:t>
                      </a:r>
                      <a:r>
                        <a:rPr lang="zh-CN" altLang="en-US" sz="1800" dirty="0">
                          <a:latin typeface="微软雅黑" panose="020B0503020204020204" pitchFamily="34" charset="-122"/>
                          <a:ea typeface="微软雅黑" panose="020B0503020204020204" pitchFamily="34" charset="-122"/>
                        </a:rPr>
                        <a:t>；</a:t>
                      </a:r>
                      <a:endParaRPr lang="en-US" altLang="zh-CN" sz="1800" dirty="0">
                        <a:latin typeface="微软雅黑" panose="020B0503020204020204" pitchFamily="34" charset="-122"/>
                        <a:ea typeface="微软雅黑" panose="020B0503020204020204" pitchFamily="34" charset="-122"/>
                      </a:endParaRPr>
                    </a:p>
                    <a:p>
                      <a:r>
                        <a:rPr lang="zh-CN" altLang="en-US" sz="1800" dirty="0">
                          <a:latin typeface="微软雅黑" panose="020B0503020204020204" pitchFamily="34" charset="-122"/>
                          <a:ea typeface="微软雅黑" panose="020B0503020204020204" pitchFamily="34" charset="-122"/>
                        </a:rPr>
                        <a:t>读取输入文件，转移该 </a:t>
                      </a:r>
                      <a:r>
                        <a:rPr lang="en-US" altLang="zh-CN" sz="1800" dirty="0">
                          <a:latin typeface="微软雅黑" panose="020B0503020204020204" pitchFamily="34" charset="-122"/>
                          <a:ea typeface="微软雅黑" panose="020B0503020204020204" pitchFamily="34" charset="-122"/>
                        </a:rPr>
                        <a:t>net </a:t>
                      </a:r>
                      <a:r>
                        <a:rPr lang="zh-CN" altLang="en-US" sz="1800" dirty="0">
                          <a:latin typeface="微软雅黑" panose="020B0503020204020204" pitchFamily="34" charset="-122"/>
                          <a:ea typeface="微软雅黑" panose="020B0503020204020204" pitchFamily="34" charset="-122"/>
                        </a:rPr>
                        <a:t>中部分 </a:t>
                      </a:r>
                      <a:r>
                        <a:rPr lang="en-US" altLang="zh-CN" sz="1800" dirty="0">
                          <a:latin typeface="微软雅黑" panose="020B0503020204020204" pitchFamily="34" charset="-122"/>
                          <a:ea typeface="微软雅黑" panose="020B0503020204020204" pitchFamily="34" charset="-122"/>
                        </a:rPr>
                        <a:t>node </a:t>
                      </a:r>
                      <a:r>
                        <a:rPr lang="zh-CN" altLang="en-US" sz="1800" dirty="0">
                          <a:latin typeface="微软雅黑" panose="020B0503020204020204" pitchFamily="34" charset="-122"/>
                          <a:ea typeface="微软雅黑" panose="020B0503020204020204" pitchFamily="34" charset="-122"/>
                        </a:rPr>
                        <a:t>的位置；</a:t>
                      </a:r>
                      <a:endParaRPr lang="en-US" altLang="zh-CN" sz="1800" dirty="0">
                        <a:latin typeface="微软雅黑" panose="020B0503020204020204" pitchFamily="34" charset="-122"/>
                        <a:ea typeface="微软雅黑" panose="020B0503020204020204" pitchFamily="34" charset="-122"/>
                      </a:endParaRPr>
                    </a:p>
                    <a:p>
                      <a:r>
                        <a:rPr lang="zh-CN" altLang="en-US" sz="1800" dirty="0">
                          <a:latin typeface="微软雅黑" panose="020B0503020204020204" pitchFamily="34" charset="-122"/>
                          <a:ea typeface="微软雅黑" panose="020B0503020204020204" pitchFamily="34" charset="-122"/>
                        </a:rPr>
                        <a:t>更新 </a:t>
                      </a:r>
                      <a:r>
                        <a:rPr lang="en-US" altLang="zh-CN" sz="1800" dirty="0">
                          <a:latin typeface="微软雅黑" panose="020B0503020204020204" pitchFamily="34" charset="-122"/>
                          <a:ea typeface="微软雅黑" panose="020B0503020204020204" pitchFamily="34" charset="-122"/>
                        </a:rPr>
                        <a:t>die </a:t>
                      </a:r>
                      <a:r>
                        <a:rPr lang="zh-CN" altLang="en-US" sz="1800" dirty="0">
                          <a:latin typeface="微软雅黑" panose="020B0503020204020204" pitchFamily="34" charset="-122"/>
                          <a:ea typeface="微软雅黑" panose="020B0503020204020204" pitchFamily="34" charset="-122"/>
                        </a:rPr>
                        <a:t>的相关信息；</a:t>
                      </a:r>
                      <a:endParaRPr lang="en-US" altLang="zh-CN" sz="1800" dirty="0">
                        <a:latin typeface="微软雅黑" panose="020B0503020204020204" pitchFamily="34" charset="-122"/>
                        <a:ea typeface="微软雅黑" panose="020B0503020204020204" pitchFamily="34" charset="-122"/>
                      </a:endParaRPr>
                    </a:p>
                    <a:p>
                      <a:r>
                        <a:rPr lang="zh-CN" altLang="en-US" sz="1800" dirty="0">
                          <a:latin typeface="微软雅黑" panose="020B0503020204020204" pitchFamily="34" charset="-122"/>
                          <a:ea typeface="微软雅黑" panose="020B0503020204020204" pitchFamily="34" charset="-122"/>
                        </a:rPr>
                        <a:t>制作并输出新文件；</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40855306"/>
                  </a:ext>
                </a:extLst>
              </a:tr>
            </a:tbl>
          </a:graphicData>
        </a:graphic>
      </p:graphicFrame>
    </p:spTree>
    <p:extLst>
      <p:ext uri="{BB962C8B-B14F-4D97-AF65-F5344CB8AC3E}">
        <p14:creationId xmlns:p14="http://schemas.microsoft.com/office/powerpoint/2010/main" val="770493409"/>
      </p:ext>
    </p:extLst>
  </p:cSld>
  <p:clrMapOvr>
    <a:masterClrMapping/>
  </p:clrMapOvr>
  <mc:AlternateContent xmlns:mc="http://schemas.openxmlformats.org/markup-compatibility/2006" xmlns:p14="http://schemas.microsoft.com/office/powerpoint/2010/main">
    <mc:Choice Requires="p14">
      <p:transition p14:dur="10" advTm="1260"/>
    </mc:Choice>
    <mc:Fallback xmlns="">
      <p:transition advTm="1260"/>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剪去单角 6">
            <a:extLst>
              <a:ext uri="{FF2B5EF4-FFF2-40B4-BE49-F238E27FC236}">
                <a16:creationId xmlns:a16="http://schemas.microsoft.com/office/drawing/2014/main" id="{090DC2B6-60A5-388B-0BEC-885EF4760BEF}"/>
              </a:ext>
            </a:extLst>
          </p:cNvPr>
          <p:cNvSpPr/>
          <p:nvPr/>
        </p:nvSpPr>
        <p:spPr>
          <a:xfrm>
            <a:off x="456510" y="363276"/>
            <a:ext cx="453697" cy="434666"/>
          </a:xfrm>
          <a:prstGeom prst="snip1Rect">
            <a:avLst/>
          </a:prstGeom>
          <a:solidFill>
            <a:srgbClr val="00AF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802295" rtl="0" eaLnBrk="1" latinLnBrk="0" hangingPunct="1">
              <a:defRPr sz="1600" kern="1200">
                <a:solidFill>
                  <a:schemeClr val="lt1"/>
                </a:solidFill>
                <a:latin typeface="+mn-lt"/>
                <a:ea typeface="+mn-ea"/>
                <a:cs typeface="+mn-cs"/>
              </a:defRPr>
            </a:lvl1pPr>
            <a:lvl2pPr marL="401147" algn="l" defTabSz="802295" rtl="0" eaLnBrk="1" latinLnBrk="0" hangingPunct="1">
              <a:defRPr sz="1600" kern="1200">
                <a:solidFill>
                  <a:schemeClr val="lt1"/>
                </a:solidFill>
                <a:latin typeface="+mn-lt"/>
                <a:ea typeface="+mn-ea"/>
                <a:cs typeface="+mn-cs"/>
              </a:defRPr>
            </a:lvl2pPr>
            <a:lvl3pPr marL="802295" algn="l" defTabSz="802295" rtl="0" eaLnBrk="1" latinLnBrk="0" hangingPunct="1">
              <a:defRPr sz="1600" kern="1200">
                <a:solidFill>
                  <a:schemeClr val="lt1"/>
                </a:solidFill>
                <a:latin typeface="+mn-lt"/>
                <a:ea typeface="+mn-ea"/>
                <a:cs typeface="+mn-cs"/>
              </a:defRPr>
            </a:lvl3pPr>
            <a:lvl4pPr marL="1203442" algn="l" defTabSz="802295" rtl="0" eaLnBrk="1" latinLnBrk="0" hangingPunct="1">
              <a:defRPr sz="1600" kern="1200">
                <a:solidFill>
                  <a:schemeClr val="lt1"/>
                </a:solidFill>
                <a:latin typeface="+mn-lt"/>
                <a:ea typeface="+mn-ea"/>
                <a:cs typeface="+mn-cs"/>
              </a:defRPr>
            </a:lvl4pPr>
            <a:lvl5pPr marL="1604589" algn="l" defTabSz="802295" rtl="0" eaLnBrk="1" latinLnBrk="0" hangingPunct="1">
              <a:defRPr sz="1600" kern="1200">
                <a:solidFill>
                  <a:schemeClr val="lt1"/>
                </a:solidFill>
                <a:latin typeface="+mn-lt"/>
                <a:ea typeface="+mn-ea"/>
                <a:cs typeface="+mn-cs"/>
              </a:defRPr>
            </a:lvl5pPr>
            <a:lvl6pPr marL="2005736" algn="l" defTabSz="802295" rtl="0" eaLnBrk="1" latinLnBrk="0" hangingPunct="1">
              <a:defRPr sz="1600" kern="1200">
                <a:solidFill>
                  <a:schemeClr val="lt1"/>
                </a:solidFill>
                <a:latin typeface="+mn-lt"/>
                <a:ea typeface="+mn-ea"/>
                <a:cs typeface="+mn-cs"/>
              </a:defRPr>
            </a:lvl6pPr>
            <a:lvl7pPr marL="2406884" algn="l" defTabSz="802295" rtl="0" eaLnBrk="1" latinLnBrk="0" hangingPunct="1">
              <a:defRPr sz="1600" kern="1200">
                <a:solidFill>
                  <a:schemeClr val="lt1"/>
                </a:solidFill>
                <a:latin typeface="+mn-lt"/>
                <a:ea typeface="+mn-ea"/>
                <a:cs typeface="+mn-cs"/>
              </a:defRPr>
            </a:lvl7pPr>
            <a:lvl8pPr marL="2808031" algn="l" defTabSz="802295" rtl="0" eaLnBrk="1" latinLnBrk="0" hangingPunct="1">
              <a:defRPr sz="1600" kern="1200">
                <a:solidFill>
                  <a:schemeClr val="lt1"/>
                </a:solidFill>
                <a:latin typeface="+mn-lt"/>
                <a:ea typeface="+mn-ea"/>
                <a:cs typeface="+mn-cs"/>
              </a:defRPr>
            </a:lvl8pPr>
            <a:lvl9pPr marL="3209178" algn="l" defTabSz="802295" rtl="0" eaLnBrk="1" latinLnBrk="0" hangingPunct="1">
              <a:defRPr sz="1600" kern="1200">
                <a:solidFill>
                  <a:schemeClr val="lt1"/>
                </a:solidFill>
                <a:latin typeface="+mn-lt"/>
                <a:ea typeface="+mn-ea"/>
                <a:cs typeface="+mn-cs"/>
              </a:defRPr>
            </a:lvl9pPr>
          </a:lstStyle>
          <a:p>
            <a:pPr algn="ctr"/>
            <a:endParaRPr lang="zh-CN" altLang="en-US"/>
          </a:p>
        </p:txBody>
      </p:sp>
      <p:sp>
        <p:nvSpPr>
          <p:cNvPr id="8" name="矩形: 剪去单角 7">
            <a:extLst>
              <a:ext uri="{FF2B5EF4-FFF2-40B4-BE49-F238E27FC236}">
                <a16:creationId xmlns:a16="http://schemas.microsoft.com/office/drawing/2014/main" id="{7C49A1BE-A0E7-7AF3-F4A0-69B94FF892C6}"/>
              </a:ext>
            </a:extLst>
          </p:cNvPr>
          <p:cNvSpPr/>
          <p:nvPr/>
        </p:nvSpPr>
        <p:spPr>
          <a:xfrm>
            <a:off x="384502" y="435284"/>
            <a:ext cx="453697" cy="434666"/>
          </a:xfrm>
          <a:prstGeom prst="snip1Rect">
            <a:avLst/>
          </a:prstGeom>
          <a:solidFill>
            <a:srgbClr val="005EA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802295" rtl="0" eaLnBrk="1" latinLnBrk="0" hangingPunct="1">
              <a:defRPr sz="1600" kern="1200">
                <a:solidFill>
                  <a:schemeClr val="lt1"/>
                </a:solidFill>
                <a:latin typeface="+mn-lt"/>
                <a:ea typeface="+mn-ea"/>
                <a:cs typeface="+mn-cs"/>
              </a:defRPr>
            </a:lvl1pPr>
            <a:lvl2pPr marL="401147" algn="l" defTabSz="802295" rtl="0" eaLnBrk="1" latinLnBrk="0" hangingPunct="1">
              <a:defRPr sz="1600" kern="1200">
                <a:solidFill>
                  <a:schemeClr val="lt1"/>
                </a:solidFill>
                <a:latin typeface="+mn-lt"/>
                <a:ea typeface="+mn-ea"/>
                <a:cs typeface="+mn-cs"/>
              </a:defRPr>
            </a:lvl2pPr>
            <a:lvl3pPr marL="802295" algn="l" defTabSz="802295" rtl="0" eaLnBrk="1" latinLnBrk="0" hangingPunct="1">
              <a:defRPr sz="1600" kern="1200">
                <a:solidFill>
                  <a:schemeClr val="lt1"/>
                </a:solidFill>
                <a:latin typeface="+mn-lt"/>
                <a:ea typeface="+mn-ea"/>
                <a:cs typeface="+mn-cs"/>
              </a:defRPr>
            </a:lvl3pPr>
            <a:lvl4pPr marL="1203442" algn="l" defTabSz="802295" rtl="0" eaLnBrk="1" latinLnBrk="0" hangingPunct="1">
              <a:defRPr sz="1600" kern="1200">
                <a:solidFill>
                  <a:schemeClr val="lt1"/>
                </a:solidFill>
                <a:latin typeface="+mn-lt"/>
                <a:ea typeface="+mn-ea"/>
                <a:cs typeface="+mn-cs"/>
              </a:defRPr>
            </a:lvl4pPr>
            <a:lvl5pPr marL="1604589" algn="l" defTabSz="802295" rtl="0" eaLnBrk="1" latinLnBrk="0" hangingPunct="1">
              <a:defRPr sz="1600" kern="1200">
                <a:solidFill>
                  <a:schemeClr val="lt1"/>
                </a:solidFill>
                <a:latin typeface="+mn-lt"/>
                <a:ea typeface="+mn-ea"/>
                <a:cs typeface="+mn-cs"/>
              </a:defRPr>
            </a:lvl5pPr>
            <a:lvl6pPr marL="2005736" algn="l" defTabSz="802295" rtl="0" eaLnBrk="1" latinLnBrk="0" hangingPunct="1">
              <a:defRPr sz="1600" kern="1200">
                <a:solidFill>
                  <a:schemeClr val="lt1"/>
                </a:solidFill>
                <a:latin typeface="+mn-lt"/>
                <a:ea typeface="+mn-ea"/>
                <a:cs typeface="+mn-cs"/>
              </a:defRPr>
            </a:lvl6pPr>
            <a:lvl7pPr marL="2406884" algn="l" defTabSz="802295" rtl="0" eaLnBrk="1" latinLnBrk="0" hangingPunct="1">
              <a:defRPr sz="1600" kern="1200">
                <a:solidFill>
                  <a:schemeClr val="lt1"/>
                </a:solidFill>
                <a:latin typeface="+mn-lt"/>
                <a:ea typeface="+mn-ea"/>
                <a:cs typeface="+mn-cs"/>
              </a:defRPr>
            </a:lvl7pPr>
            <a:lvl8pPr marL="2808031" algn="l" defTabSz="802295" rtl="0" eaLnBrk="1" latinLnBrk="0" hangingPunct="1">
              <a:defRPr sz="1600" kern="1200">
                <a:solidFill>
                  <a:schemeClr val="lt1"/>
                </a:solidFill>
                <a:latin typeface="+mn-lt"/>
                <a:ea typeface="+mn-ea"/>
                <a:cs typeface="+mn-cs"/>
              </a:defRPr>
            </a:lvl8pPr>
            <a:lvl9pPr marL="3209178" algn="l" defTabSz="802295" rtl="0" eaLnBrk="1" latinLnBrk="0" hangingPunct="1">
              <a:defRPr sz="1600" kern="1200">
                <a:solidFill>
                  <a:schemeClr val="lt1"/>
                </a:solidFill>
                <a:latin typeface="+mn-lt"/>
                <a:ea typeface="+mn-ea"/>
                <a:cs typeface="+mn-cs"/>
              </a:defRPr>
            </a:lvl9pPr>
          </a:lstStyle>
          <a:p>
            <a:pPr algn="ctr"/>
            <a:endParaRPr lang="en-US" altLang="zh-CN" sz="4000" dirty="0">
              <a:latin typeface="方正兰亭准黑_GBK" panose="02000000000000000000" pitchFamily="2" charset="-122"/>
              <a:ea typeface="方正兰亭准黑_GBK" panose="02000000000000000000" pitchFamily="2" charset="-122"/>
            </a:endParaRPr>
          </a:p>
        </p:txBody>
      </p:sp>
      <p:sp>
        <p:nvSpPr>
          <p:cNvPr id="9" name="文本框 8">
            <a:extLst>
              <a:ext uri="{FF2B5EF4-FFF2-40B4-BE49-F238E27FC236}">
                <a16:creationId xmlns:a16="http://schemas.microsoft.com/office/drawing/2014/main" id="{B1AF1609-1A2E-42F7-1CDB-A412B6C665CA}"/>
              </a:ext>
            </a:extLst>
          </p:cNvPr>
          <p:cNvSpPr txBox="1"/>
          <p:nvPr/>
        </p:nvSpPr>
        <p:spPr>
          <a:xfrm>
            <a:off x="982215" y="422115"/>
            <a:ext cx="2809298" cy="375827"/>
          </a:xfrm>
          <a:prstGeom prst="rect">
            <a:avLst/>
          </a:prstGeom>
          <a:noFill/>
        </p:spPr>
        <p:txBody>
          <a:bodyPr wrap="square" lIns="67391" tIns="33696" rIns="67391" bIns="33696" rtlCol="0">
            <a:spAutoFit/>
          </a:bodyPr>
          <a:lstStyle>
            <a:defPPr>
              <a:defRPr lang="zh-CN"/>
            </a:defPPr>
            <a:lvl1pPr marL="0" algn="l" defTabSz="802295" rtl="0" eaLnBrk="1" latinLnBrk="0" hangingPunct="1">
              <a:defRPr sz="1600" kern="1200">
                <a:solidFill>
                  <a:schemeClr val="tx1"/>
                </a:solidFill>
                <a:latin typeface="+mn-lt"/>
                <a:ea typeface="+mn-ea"/>
                <a:cs typeface="+mn-cs"/>
              </a:defRPr>
            </a:lvl1pPr>
            <a:lvl2pPr marL="401147" algn="l" defTabSz="802295" rtl="0" eaLnBrk="1" latinLnBrk="0" hangingPunct="1">
              <a:defRPr sz="1600" kern="1200">
                <a:solidFill>
                  <a:schemeClr val="tx1"/>
                </a:solidFill>
                <a:latin typeface="+mn-lt"/>
                <a:ea typeface="+mn-ea"/>
                <a:cs typeface="+mn-cs"/>
              </a:defRPr>
            </a:lvl2pPr>
            <a:lvl3pPr marL="802295" algn="l" defTabSz="802295" rtl="0" eaLnBrk="1" latinLnBrk="0" hangingPunct="1">
              <a:defRPr sz="1600" kern="1200">
                <a:solidFill>
                  <a:schemeClr val="tx1"/>
                </a:solidFill>
                <a:latin typeface="+mn-lt"/>
                <a:ea typeface="+mn-ea"/>
                <a:cs typeface="+mn-cs"/>
              </a:defRPr>
            </a:lvl3pPr>
            <a:lvl4pPr marL="1203442" algn="l" defTabSz="802295" rtl="0" eaLnBrk="1" latinLnBrk="0" hangingPunct="1">
              <a:defRPr sz="1600" kern="1200">
                <a:solidFill>
                  <a:schemeClr val="tx1"/>
                </a:solidFill>
                <a:latin typeface="+mn-lt"/>
                <a:ea typeface="+mn-ea"/>
                <a:cs typeface="+mn-cs"/>
              </a:defRPr>
            </a:lvl4pPr>
            <a:lvl5pPr marL="1604589" algn="l" defTabSz="802295" rtl="0" eaLnBrk="1" latinLnBrk="0" hangingPunct="1">
              <a:defRPr sz="1600" kern="1200">
                <a:solidFill>
                  <a:schemeClr val="tx1"/>
                </a:solidFill>
                <a:latin typeface="+mn-lt"/>
                <a:ea typeface="+mn-ea"/>
                <a:cs typeface="+mn-cs"/>
              </a:defRPr>
            </a:lvl5pPr>
            <a:lvl6pPr marL="2005736" algn="l" defTabSz="802295" rtl="0" eaLnBrk="1" latinLnBrk="0" hangingPunct="1">
              <a:defRPr sz="1600" kern="1200">
                <a:solidFill>
                  <a:schemeClr val="tx1"/>
                </a:solidFill>
                <a:latin typeface="+mn-lt"/>
                <a:ea typeface="+mn-ea"/>
                <a:cs typeface="+mn-cs"/>
              </a:defRPr>
            </a:lvl6pPr>
            <a:lvl7pPr marL="2406884" algn="l" defTabSz="802295" rtl="0" eaLnBrk="1" latinLnBrk="0" hangingPunct="1">
              <a:defRPr sz="1600" kern="1200">
                <a:solidFill>
                  <a:schemeClr val="tx1"/>
                </a:solidFill>
                <a:latin typeface="+mn-lt"/>
                <a:ea typeface="+mn-ea"/>
                <a:cs typeface="+mn-cs"/>
              </a:defRPr>
            </a:lvl7pPr>
            <a:lvl8pPr marL="2808031" algn="l" defTabSz="802295" rtl="0" eaLnBrk="1" latinLnBrk="0" hangingPunct="1">
              <a:defRPr sz="1600" kern="1200">
                <a:solidFill>
                  <a:schemeClr val="tx1"/>
                </a:solidFill>
                <a:latin typeface="+mn-lt"/>
                <a:ea typeface="+mn-ea"/>
                <a:cs typeface="+mn-cs"/>
              </a:defRPr>
            </a:lvl8pPr>
            <a:lvl9pPr marL="3209178" algn="l" defTabSz="802295" rtl="0" eaLnBrk="1" latinLnBrk="0" hangingPunct="1">
              <a:defRPr sz="1600" kern="1200">
                <a:solidFill>
                  <a:schemeClr val="tx1"/>
                </a:solidFill>
                <a:latin typeface="+mn-lt"/>
                <a:ea typeface="+mn-ea"/>
                <a:cs typeface="+mn-cs"/>
              </a:defRPr>
            </a:lvl9pPr>
          </a:lstStyle>
          <a:p>
            <a:r>
              <a:rPr lang="en-US" altLang="zh-CN" sz="2000" dirty="0">
                <a:solidFill>
                  <a:srgbClr val="2D5593"/>
                </a:solidFill>
                <a:latin typeface="微软雅黑" panose="020B0503020204020204" pitchFamily="34" charset="-122"/>
                <a:ea typeface="微软雅黑" panose="020B0503020204020204" pitchFamily="34" charset="-122"/>
              </a:rPr>
              <a:t>2.4</a:t>
            </a:r>
            <a:r>
              <a:rPr lang="zh-CN" altLang="en-US" sz="2000" dirty="0">
                <a:solidFill>
                  <a:srgbClr val="2D5593"/>
                </a:solidFill>
                <a:latin typeface="微软雅黑" panose="020B0503020204020204" pitchFamily="34" charset="-122"/>
                <a:ea typeface="微软雅黑" panose="020B0503020204020204" pitchFamily="34" charset="-122"/>
              </a:rPr>
              <a:t> 优化方案</a:t>
            </a:r>
            <a:endParaRPr lang="en-US" altLang="zh-CN" sz="2000" dirty="0">
              <a:solidFill>
                <a:srgbClr val="2D5593"/>
              </a:solidFill>
              <a:latin typeface="微软雅黑" panose="020B0503020204020204" pitchFamily="34" charset="-122"/>
              <a:ea typeface="微软雅黑" panose="020B0503020204020204" pitchFamily="34" charset="-122"/>
            </a:endParaRPr>
          </a:p>
        </p:txBody>
      </p:sp>
      <p:sp>
        <p:nvSpPr>
          <p:cNvPr id="2" name="文本框 1">
            <a:extLst>
              <a:ext uri="{FF2B5EF4-FFF2-40B4-BE49-F238E27FC236}">
                <a16:creationId xmlns:a16="http://schemas.microsoft.com/office/drawing/2014/main" id="{0728F8A2-8D13-A8B4-A08A-E75C67991C7C}"/>
              </a:ext>
            </a:extLst>
          </p:cNvPr>
          <p:cNvSpPr txBox="1"/>
          <p:nvPr/>
        </p:nvSpPr>
        <p:spPr>
          <a:xfrm>
            <a:off x="11542815" y="6270171"/>
            <a:ext cx="433449" cy="369332"/>
          </a:xfrm>
          <a:prstGeom prst="rect">
            <a:avLst/>
          </a:prstGeom>
          <a:noFill/>
        </p:spPr>
        <p:txBody>
          <a:bodyPr wrap="square" rtlCol="0">
            <a:spAutoFit/>
          </a:bodyPr>
          <a:lstStyle/>
          <a:p>
            <a:r>
              <a:rPr lang="en-US" altLang="zh-CN" dirty="0"/>
              <a:t>12</a:t>
            </a:r>
            <a:endParaRPr lang="zh-CN" altLang="en-US" dirty="0"/>
          </a:p>
        </p:txBody>
      </p:sp>
      <p:sp>
        <p:nvSpPr>
          <p:cNvPr id="3" name="文本框 2">
            <a:extLst>
              <a:ext uri="{FF2B5EF4-FFF2-40B4-BE49-F238E27FC236}">
                <a16:creationId xmlns:a16="http://schemas.microsoft.com/office/drawing/2014/main" id="{763C0139-165B-4BBC-B199-D364FA258B59}"/>
              </a:ext>
            </a:extLst>
          </p:cNvPr>
          <p:cNvSpPr txBox="1"/>
          <p:nvPr/>
        </p:nvSpPr>
        <p:spPr>
          <a:xfrm>
            <a:off x="1609725" y="1211149"/>
            <a:ext cx="8972550" cy="2217851"/>
          </a:xfrm>
          <a:prstGeom prst="rect">
            <a:avLst/>
          </a:prstGeom>
          <a:noFill/>
        </p:spPr>
        <p:txBody>
          <a:bodyPr wrap="square" rtlCol="0">
            <a:spAutoFit/>
          </a:bodyPr>
          <a:lstStyle/>
          <a:p>
            <a:pPr indent="279400">
              <a:lnSpc>
                <a:spcPct val="130000"/>
              </a:lnSpc>
            </a:pPr>
            <a:r>
              <a:rPr lang="zh-CN" altLang="en-US"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以贪婪放置（</a:t>
            </a:r>
            <a:r>
              <a:rPr lang="en-US" altLang="zh-CN"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Greedy Placement</a:t>
            </a:r>
            <a:r>
              <a:rPr lang="zh-CN" altLang="en-US"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）思想出发设计基于各个芯片之间的物理连线的优化算法：</a:t>
            </a:r>
            <a:endParaRPr lang="en-US" altLang="zh-CN"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endParaRPr>
          </a:p>
          <a:p>
            <a:pPr indent="279400">
              <a:lnSpc>
                <a:spcPct val="130000"/>
              </a:lnSpc>
            </a:pPr>
            <a:r>
              <a:rPr lang="zh-CN" altLang="en-US"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假设我们得到的初始划分结果的各个芯片间物理连线大于阈值，以贪婪放置为设计基础，我们可以找到所需物理连线最多的 </a:t>
            </a:r>
            <a:r>
              <a:rPr lang="en-US" altLang="zh-CN"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net</a:t>
            </a:r>
            <a:r>
              <a:rPr lang="zh-CN" altLang="en-US"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，将与其相交的所有 </a:t>
            </a:r>
            <a:r>
              <a:rPr lang="en-US" altLang="zh-CN"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die </a:t>
            </a:r>
            <a:r>
              <a:rPr lang="zh-CN" altLang="en-US"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中最远的 </a:t>
            </a:r>
            <a:r>
              <a:rPr lang="en-US" altLang="zh-CN"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die </a:t>
            </a:r>
            <a:r>
              <a:rPr lang="zh-CN" altLang="en-US"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中的 </a:t>
            </a:r>
            <a:r>
              <a:rPr lang="en-US" altLang="zh-CN"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node </a:t>
            </a:r>
            <a:r>
              <a:rPr lang="zh-CN" altLang="en-US"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移到近一点的 </a:t>
            </a:r>
            <a:r>
              <a:rPr lang="en-US" altLang="zh-CN"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die </a:t>
            </a:r>
            <a:r>
              <a:rPr lang="zh-CN" altLang="en-US"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上。</a:t>
            </a:r>
            <a:endParaRPr lang="en-US" altLang="zh-CN"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endParaRPr>
          </a:p>
          <a:p>
            <a:pPr indent="279400">
              <a:lnSpc>
                <a:spcPct val="130000"/>
              </a:lnSpc>
            </a:pPr>
            <a:r>
              <a:rPr lang="zh-CN" altLang="en-US" kern="1400" spc="-5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具体算法如下所示，</a:t>
            </a:r>
            <a:endParaRPr lang="zh-CN" altLang="zh-CN"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endParaRPr>
          </a:p>
        </p:txBody>
      </p:sp>
      <p:graphicFrame>
        <p:nvGraphicFramePr>
          <p:cNvPr id="4" name="表格 3">
            <a:extLst>
              <a:ext uri="{FF2B5EF4-FFF2-40B4-BE49-F238E27FC236}">
                <a16:creationId xmlns:a16="http://schemas.microsoft.com/office/drawing/2014/main" id="{F9383504-A692-5E2A-2051-93947C631B36}"/>
              </a:ext>
            </a:extLst>
          </p:cNvPr>
          <p:cNvGraphicFramePr>
            <a:graphicFrameLocks noGrp="1"/>
          </p:cNvGraphicFramePr>
          <p:nvPr>
            <p:extLst>
              <p:ext uri="{D42A27DB-BD31-4B8C-83A1-F6EECF244321}">
                <p14:modId xmlns:p14="http://schemas.microsoft.com/office/powerpoint/2010/main" val="1651943145"/>
              </p:ext>
            </p:extLst>
          </p:nvPr>
        </p:nvGraphicFramePr>
        <p:xfrm>
          <a:off x="2032000" y="3529282"/>
          <a:ext cx="8128000" cy="2103120"/>
        </p:xfrm>
        <a:graphic>
          <a:graphicData uri="http://schemas.openxmlformats.org/drawingml/2006/table">
            <a:tbl>
              <a:tblPr firstRow="1" bandRow="1">
                <a:tableStyleId>{5C22544A-7EE6-4342-B048-85BDC9FD1C3A}</a:tableStyleId>
              </a:tblPr>
              <a:tblGrid>
                <a:gridCol w="8128000">
                  <a:extLst>
                    <a:ext uri="{9D8B030D-6E8A-4147-A177-3AD203B41FA5}">
                      <a16:colId xmlns:a16="http://schemas.microsoft.com/office/drawing/2014/main" val="4068513820"/>
                    </a:ext>
                  </a:extLst>
                </a:gridCol>
              </a:tblGrid>
              <a:tr h="370840">
                <a:tc>
                  <a:txBody>
                    <a:bodyPr/>
                    <a:lstStyle/>
                    <a:p>
                      <a:r>
                        <a:rPr lang="zh-CN" altLang="en-US" sz="1800" b="1" dirty="0">
                          <a:solidFill>
                            <a:schemeClr val="tx1"/>
                          </a:solidFill>
                          <a:latin typeface="微软雅黑" panose="020B0503020204020204" pitchFamily="34" charset="-122"/>
                          <a:ea typeface="微软雅黑" panose="020B0503020204020204" pitchFamily="34" charset="-122"/>
                        </a:rPr>
                        <a:t>输入：</a:t>
                      </a:r>
                      <a:r>
                        <a:rPr lang="zh-CN" altLang="en-US" sz="1800" b="0" dirty="0">
                          <a:solidFill>
                            <a:schemeClr val="tx1"/>
                          </a:solidFill>
                          <a:latin typeface="微软雅黑" panose="020B0503020204020204" pitchFamily="34" charset="-122"/>
                          <a:ea typeface="微软雅黑" panose="020B0503020204020204" pitchFamily="34" charset="-122"/>
                        </a:rPr>
                        <a:t>划分方案文件</a:t>
                      </a:r>
                      <a:endParaRPr lang="en-US" altLang="zh-CN" sz="1800" b="0" dirty="0">
                        <a:solidFill>
                          <a:schemeClr val="tx1"/>
                        </a:solidFill>
                        <a:latin typeface="微软雅黑" panose="020B0503020204020204" pitchFamily="34" charset="-122"/>
                        <a:ea typeface="微软雅黑" panose="020B0503020204020204" pitchFamily="34" charset="-122"/>
                      </a:endParaRPr>
                    </a:p>
                    <a:p>
                      <a:r>
                        <a:rPr lang="zh-CN" altLang="en-US" sz="1800" b="1" dirty="0">
                          <a:solidFill>
                            <a:schemeClr val="tx1"/>
                          </a:solidFill>
                          <a:latin typeface="微软雅黑" panose="020B0503020204020204" pitchFamily="34" charset="-122"/>
                          <a:ea typeface="微软雅黑" panose="020B0503020204020204" pitchFamily="34" charset="-122"/>
                        </a:rPr>
                        <a:t>输出：</a:t>
                      </a:r>
                      <a:r>
                        <a:rPr lang="zh-CN" altLang="en-US" sz="1800" b="0" dirty="0">
                          <a:solidFill>
                            <a:schemeClr val="tx1"/>
                          </a:solidFill>
                          <a:latin typeface="微软雅黑" panose="020B0503020204020204" pitchFamily="34" charset="-122"/>
                          <a:ea typeface="微软雅黑" panose="020B0503020204020204" pitchFamily="34" charset="-122"/>
                        </a:rPr>
                        <a:t>新划分方案文件</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8523196"/>
                  </a:ext>
                </a:extLst>
              </a:tr>
              <a:tr h="370840">
                <a:tc>
                  <a:txBody>
                    <a:bodyPr/>
                    <a:lstStyle/>
                    <a:p>
                      <a:r>
                        <a:rPr lang="zh-CN" altLang="en-US" sz="1800" dirty="0">
                          <a:latin typeface="微软雅黑" panose="020B0503020204020204" pitchFamily="34" charset="-122"/>
                          <a:ea typeface="微软雅黑" panose="020B0503020204020204" pitchFamily="34" charset="-122"/>
                        </a:rPr>
                        <a:t>设置所需参数；</a:t>
                      </a:r>
                      <a:endParaRPr lang="en-US" altLang="zh-CN" sz="1800" dirty="0">
                        <a:latin typeface="微软雅黑" panose="020B0503020204020204" pitchFamily="34" charset="-122"/>
                        <a:ea typeface="微软雅黑" panose="020B0503020204020204" pitchFamily="34" charset="-122"/>
                      </a:endParaRPr>
                    </a:p>
                    <a:p>
                      <a:r>
                        <a:rPr lang="zh-CN" altLang="en-US" sz="1800" dirty="0">
                          <a:latin typeface="微软雅黑" panose="020B0503020204020204" pitchFamily="34" charset="-122"/>
                          <a:ea typeface="微软雅黑" panose="020B0503020204020204" pitchFamily="34" charset="-122"/>
                        </a:rPr>
                        <a:t>读取输入文件，寻找所需物理连线最多的 </a:t>
                      </a:r>
                      <a:r>
                        <a:rPr lang="en-US" altLang="zh-CN" sz="1800" dirty="0">
                          <a:latin typeface="微软雅黑" panose="020B0503020204020204" pitchFamily="34" charset="-122"/>
                          <a:ea typeface="微软雅黑" panose="020B0503020204020204" pitchFamily="34" charset="-122"/>
                        </a:rPr>
                        <a:t>net</a:t>
                      </a:r>
                      <a:r>
                        <a:rPr lang="zh-CN" altLang="en-US" sz="1800" dirty="0">
                          <a:latin typeface="微软雅黑" panose="020B0503020204020204" pitchFamily="34" charset="-122"/>
                          <a:ea typeface="微软雅黑" panose="020B0503020204020204" pitchFamily="34" charset="-122"/>
                        </a:rPr>
                        <a:t>；</a:t>
                      </a:r>
                      <a:endParaRPr lang="en-US" altLang="zh-CN" sz="1800" dirty="0">
                        <a:latin typeface="微软雅黑" panose="020B0503020204020204" pitchFamily="34" charset="-122"/>
                        <a:ea typeface="微软雅黑" panose="020B0503020204020204" pitchFamily="34" charset="-122"/>
                      </a:endParaRPr>
                    </a:p>
                    <a:p>
                      <a:r>
                        <a:rPr lang="zh-CN" altLang="en-US" sz="1800" dirty="0">
                          <a:latin typeface="微软雅黑" panose="020B0503020204020204" pitchFamily="34" charset="-122"/>
                          <a:ea typeface="微软雅黑" panose="020B0503020204020204" pitchFamily="34" charset="-122"/>
                        </a:rPr>
                        <a:t>读取输入文件，转移该 </a:t>
                      </a:r>
                      <a:r>
                        <a:rPr lang="en-US" altLang="zh-CN" sz="1800" dirty="0">
                          <a:latin typeface="微软雅黑" panose="020B0503020204020204" pitchFamily="34" charset="-122"/>
                          <a:ea typeface="微软雅黑" panose="020B0503020204020204" pitchFamily="34" charset="-122"/>
                        </a:rPr>
                        <a:t>net </a:t>
                      </a:r>
                      <a:r>
                        <a:rPr lang="zh-CN" altLang="en-US" sz="1800" dirty="0">
                          <a:latin typeface="微软雅黑" panose="020B0503020204020204" pitchFamily="34" charset="-122"/>
                          <a:ea typeface="微软雅黑" panose="020B0503020204020204" pitchFamily="34" charset="-122"/>
                        </a:rPr>
                        <a:t>中部分 </a:t>
                      </a:r>
                      <a:r>
                        <a:rPr lang="en-US" altLang="zh-CN" sz="1800" dirty="0">
                          <a:latin typeface="微软雅黑" panose="020B0503020204020204" pitchFamily="34" charset="-122"/>
                          <a:ea typeface="微软雅黑" panose="020B0503020204020204" pitchFamily="34" charset="-122"/>
                        </a:rPr>
                        <a:t>node </a:t>
                      </a:r>
                      <a:r>
                        <a:rPr lang="zh-CN" altLang="en-US" sz="1800" dirty="0">
                          <a:latin typeface="微软雅黑" panose="020B0503020204020204" pitchFamily="34" charset="-122"/>
                          <a:ea typeface="微软雅黑" panose="020B0503020204020204" pitchFamily="34" charset="-122"/>
                        </a:rPr>
                        <a:t>的位置；</a:t>
                      </a:r>
                      <a:endParaRPr lang="en-US" altLang="zh-CN" sz="1800" dirty="0">
                        <a:latin typeface="微软雅黑" panose="020B0503020204020204" pitchFamily="34" charset="-122"/>
                        <a:ea typeface="微软雅黑" panose="020B0503020204020204" pitchFamily="34" charset="-122"/>
                      </a:endParaRPr>
                    </a:p>
                    <a:p>
                      <a:r>
                        <a:rPr lang="zh-CN" altLang="en-US" sz="1800" dirty="0">
                          <a:latin typeface="微软雅黑" panose="020B0503020204020204" pitchFamily="34" charset="-122"/>
                          <a:ea typeface="微软雅黑" panose="020B0503020204020204" pitchFamily="34" charset="-122"/>
                        </a:rPr>
                        <a:t>更新 </a:t>
                      </a:r>
                      <a:r>
                        <a:rPr lang="en-US" altLang="zh-CN" sz="1800" dirty="0">
                          <a:latin typeface="微软雅黑" panose="020B0503020204020204" pitchFamily="34" charset="-122"/>
                          <a:ea typeface="微软雅黑" panose="020B0503020204020204" pitchFamily="34" charset="-122"/>
                        </a:rPr>
                        <a:t>die </a:t>
                      </a:r>
                      <a:r>
                        <a:rPr lang="zh-CN" altLang="en-US" sz="1800" dirty="0">
                          <a:latin typeface="微软雅黑" panose="020B0503020204020204" pitchFamily="34" charset="-122"/>
                          <a:ea typeface="微软雅黑" panose="020B0503020204020204" pitchFamily="34" charset="-122"/>
                        </a:rPr>
                        <a:t>的相关信息；</a:t>
                      </a:r>
                      <a:endParaRPr lang="en-US" altLang="zh-CN" sz="1800" dirty="0">
                        <a:latin typeface="微软雅黑" panose="020B0503020204020204" pitchFamily="34" charset="-122"/>
                        <a:ea typeface="微软雅黑" panose="020B0503020204020204" pitchFamily="34" charset="-122"/>
                      </a:endParaRPr>
                    </a:p>
                    <a:p>
                      <a:r>
                        <a:rPr lang="zh-CN" altLang="en-US" sz="1800" dirty="0">
                          <a:latin typeface="微软雅黑" panose="020B0503020204020204" pitchFamily="34" charset="-122"/>
                          <a:ea typeface="微软雅黑" panose="020B0503020204020204" pitchFamily="34" charset="-122"/>
                        </a:rPr>
                        <a:t>制作并输出新文件；</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40855306"/>
                  </a:ext>
                </a:extLst>
              </a:tr>
            </a:tbl>
          </a:graphicData>
        </a:graphic>
      </p:graphicFrame>
    </p:spTree>
    <p:extLst>
      <p:ext uri="{BB962C8B-B14F-4D97-AF65-F5344CB8AC3E}">
        <p14:creationId xmlns:p14="http://schemas.microsoft.com/office/powerpoint/2010/main" val="976443425"/>
      </p:ext>
    </p:extLst>
  </p:cSld>
  <p:clrMapOvr>
    <a:masterClrMapping/>
  </p:clrMapOvr>
  <mc:AlternateContent xmlns:mc="http://schemas.openxmlformats.org/markup-compatibility/2006" xmlns:p14="http://schemas.microsoft.com/office/powerpoint/2010/main">
    <mc:Choice Requires="p14">
      <p:transition p14:dur="10" advTm="1260"/>
    </mc:Choice>
    <mc:Fallback xmlns="">
      <p:transition advTm="1260"/>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剪去单角 3"/>
          <p:cNvSpPr/>
          <p:nvPr/>
        </p:nvSpPr>
        <p:spPr>
          <a:xfrm>
            <a:off x="2136896" y="1966854"/>
            <a:ext cx="2828505" cy="2828505"/>
          </a:xfrm>
          <a:prstGeom prst="snip1Rect">
            <a:avLst/>
          </a:prstGeom>
          <a:solidFill>
            <a:srgbClr val="00AF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38"/>
          </a:p>
        </p:txBody>
      </p:sp>
      <p:sp>
        <p:nvSpPr>
          <p:cNvPr id="5" name="矩形: 剪去单角 4"/>
          <p:cNvSpPr/>
          <p:nvPr/>
        </p:nvSpPr>
        <p:spPr>
          <a:xfrm>
            <a:off x="2039361" y="2064389"/>
            <a:ext cx="2828505" cy="2828505"/>
          </a:xfrm>
          <a:prstGeom prst="snip1Rect">
            <a:avLst/>
          </a:prstGeom>
          <a:solidFill>
            <a:srgbClr val="005EA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5418" dirty="0">
                <a:latin typeface="方正兰亭准黑_GBK" panose="02000000000000000000" pitchFamily="2" charset="-122"/>
                <a:ea typeface="方正兰亭准黑_GBK" panose="02000000000000000000" pitchFamily="2" charset="-122"/>
              </a:rPr>
              <a:t>PART</a:t>
            </a:r>
          </a:p>
          <a:p>
            <a:pPr algn="ctr"/>
            <a:r>
              <a:rPr lang="en-US" altLang="zh-CN" sz="5418" dirty="0">
                <a:latin typeface="方正兰亭准黑_GBK" panose="02000000000000000000" pitchFamily="2" charset="-122"/>
                <a:ea typeface="方正兰亭准黑_GBK" panose="02000000000000000000" pitchFamily="2" charset="-122"/>
              </a:rPr>
              <a:t>03</a:t>
            </a:r>
            <a:endParaRPr lang="zh-CN" altLang="en-US" sz="8127" dirty="0">
              <a:latin typeface="方正兰亭准黑_GBK" panose="02000000000000000000" pitchFamily="2" charset="-122"/>
              <a:ea typeface="方正兰亭准黑_GBK" panose="02000000000000000000" pitchFamily="2" charset="-122"/>
            </a:endParaRPr>
          </a:p>
        </p:txBody>
      </p:sp>
      <p:sp>
        <p:nvSpPr>
          <p:cNvPr id="6" name="文本框 8"/>
          <p:cNvSpPr txBox="1"/>
          <p:nvPr/>
        </p:nvSpPr>
        <p:spPr>
          <a:xfrm>
            <a:off x="5550610" y="2211332"/>
            <a:ext cx="8613973" cy="925928"/>
          </a:xfrm>
          <a:prstGeom prst="rect">
            <a:avLst/>
          </a:prstGeom>
          <a:noFill/>
        </p:spPr>
        <p:txBody>
          <a:bodyPr wrap="square" lIns="91281" tIns="45641" rIns="91281" bIns="45641" rtlCol="0">
            <a:spAutoFit/>
          </a:bodyPr>
          <a:lstStyle/>
          <a:p>
            <a:r>
              <a:rPr lang="zh-CN" altLang="en-US" sz="5418" dirty="0">
                <a:solidFill>
                  <a:srgbClr val="2D5593"/>
                </a:solidFill>
                <a:latin typeface="微软雅黑" panose="020B0503020204020204" pitchFamily="34" charset="-122"/>
                <a:ea typeface="微软雅黑" panose="020B0503020204020204" pitchFamily="34" charset="-122"/>
              </a:rPr>
              <a:t>实践检验</a:t>
            </a:r>
            <a:endParaRPr lang="en-US" altLang="zh-CN" sz="5418" dirty="0">
              <a:solidFill>
                <a:srgbClr val="2D5593"/>
              </a:solidFill>
              <a:latin typeface="微软雅黑" panose="020B0503020204020204" pitchFamily="34" charset="-122"/>
              <a:ea typeface="微软雅黑" panose="020B0503020204020204" pitchFamily="34" charset="-122"/>
            </a:endParaRPr>
          </a:p>
        </p:txBody>
      </p:sp>
      <p:sp>
        <p:nvSpPr>
          <p:cNvPr id="7" name="文本框 8"/>
          <p:cNvSpPr txBox="1"/>
          <p:nvPr/>
        </p:nvSpPr>
        <p:spPr>
          <a:xfrm>
            <a:off x="5550609" y="3506026"/>
            <a:ext cx="3803851" cy="467341"/>
          </a:xfrm>
          <a:prstGeom prst="rect">
            <a:avLst/>
          </a:prstGeom>
          <a:noFill/>
        </p:spPr>
        <p:txBody>
          <a:bodyPr wrap="square" lIns="91281" tIns="45641" rIns="91281" bIns="45641" rtlCol="0">
            <a:spAutoFit/>
          </a:bodyPr>
          <a:lstStyle/>
          <a:p>
            <a:r>
              <a:rPr lang="en-US" altLang="zh-CN" sz="2438" dirty="0">
                <a:solidFill>
                  <a:schemeClr val="tx1">
                    <a:lumMod val="75000"/>
                    <a:lumOff val="25000"/>
                  </a:schemeClr>
                </a:solidFill>
                <a:latin typeface="微软雅黑" panose="020B0503020204020204" pitchFamily="34" charset="-122"/>
                <a:ea typeface="微软雅黑" panose="020B0503020204020204" pitchFamily="34" charset="-122"/>
              </a:rPr>
              <a:t>3.1 </a:t>
            </a:r>
            <a:r>
              <a:rPr lang="zh-CN" altLang="en-US" sz="2438" dirty="0">
                <a:solidFill>
                  <a:schemeClr val="tx1">
                    <a:lumMod val="75000"/>
                    <a:lumOff val="25000"/>
                  </a:schemeClr>
                </a:solidFill>
                <a:latin typeface="微软雅黑" panose="020B0503020204020204" pitchFamily="34" charset="-122"/>
                <a:ea typeface="微软雅黑" panose="020B0503020204020204" pitchFamily="34" charset="-122"/>
              </a:rPr>
              <a:t>实践任务</a:t>
            </a:r>
            <a:endParaRPr lang="en-US" altLang="zh-CN" sz="2438"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9" name="文本框 8"/>
          <p:cNvSpPr txBox="1"/>
          <p:nvPr/>
        </p:nvSpPr>
        <p:spPr>
          <a:xfrm>
            <a:off x="5550609" y="4188768"/>
            <a:ext cx="3803851" cy="467341"/>
          </a:xfrm>
          <a:prstGeom prst="rect">
            <a:avLst/>
          </a:prstGeom>
          <a:noFill/>
        </p:spPr>
        <p:txBody>
          <a:bodyPr wrap="square" lIns="91281" tIns="45641" rIns="91281" bIns="45641" rtlCol="0">
            <a:spAutoFit/>
          </a:bodyPr>
          <a:lstStyle/>
          <a:p>
            <a:r>
              <a:rPr lang="en-US" altLang="zh-CN" sz="2438" dirty="0">
                <a:solidFill>
                  <a:schemeClr val="tx1">
                    <a:lumMod val="75000"/>
                    <a:lumOff val="25000"/>
                  </a:schemeClr>
                </a:solidFill>
                <a:latin typeface="微软雅黑" panose="020B0503020204020204" pitchFamily="34" charset="-122"/>
                <a:ea typeface="微软雅黑" panose="020B0503020204020204" pitchFamily="34" charset="-122"/>
              </a:rPr>
              <a:t>3.3 </a:t>
            </a:r>
            <a:r>
              <a:rPr lang="zh-CN" altLang="en-US" sz="2438" dirty="0">
                <a:solidFill>
                  <a:schemeClr val="tx1">
                    <a:lumMod val="75000"/>
                    <a:lumOff val="25000"/>
                  </a:schemeClr>
                </a:solidFill>
                <a:latin typeface="微软雅黑" panose="020B0503020204020204" pitchFamily="34" charset="-122"/>
                <a:ea typeface="微软雅黑" panose="020B0503020204020204" pitchFamily="34" charset="-122"/>
              </a:rPr>
              <a:t>实践结果</a:t>
            </a:r>
            <a:endParaRPr lang="en-US" altLang="zh-CN" sz="2438"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2" name="文本框 8">
            <a:extLst>
              <a:ext uri="{FF2B5EF4-FFF2-40B4-BE49-F238E27FC236}">
                <a16:creationId xmlns:a16="http://schemas.microsoft.com/office/drawing/2014/main" id="{B1E1ACA9-7312-A251-C91B-1682976895E4}"/>
              </a:ext>
            </a:extLst>
          </p:cNvPr>
          <p:cNvSpPr txBox="1"/>
          <p:nvPr/>
        </p:nvSpPr>
        <p:spPr>
          <a:xfrm>
            <a:off x="7763378" y="3506025"/>
            <a:ext cx="3803851" cy="467341"/>
          </a:xfrm>
          <a:prstGeom prst="rect">
            <a:avLst/>
          </a:prstGeom>
          <a:noFill/>
        </p:spPr>
        <p:txBody>
          <a:bodyPr wrap="square" lIns="91281" tIns="45641" rIns="91281" bIns="45641" rtlCol="0">
            <a:spAutoFit/>
          </a:bodyPr>
          <a:lstStyle/>
          <a:p>
            <a:r>
              <a:rPr lang="en-US" altLang="zh-CN" sz="2438" dirty="0">
                <a:solidFill>
                  <a:schemeClr val="tx1">
                    <a:lumMod val="75000"/>
                    <a:lumOff val="25000"/>
                  </a:schemeClr>
                </a:solidFill>
                <a:latin typeface="微软雅黑" panose="020B0503020204020204" pitchFamily="34" charset="-122"/>
                <a:ea typeface="微软雅黑" panose="020B0503020204020204" pitchFamily="34" charset="-122"/>
              </a:rPr>
              <a:t>3.2 </a:t>
            </a:r>
            <a:r>
              <a:rPr lang="zh-CN" altLang="en-US" sz="2438" dirty="0">
                <a:solidFill>
                  <a:schemeClr val="tx1">
                    <a:lumMod val="75000"/>
                    <a:lumOff val="25000"/>
                  </a:schemeClr>
                </a:solidFill>
                <a:latin typeface="微软雅黑" panose="020B0503020204020204" pitchFamily="34" charset="-122"/>
                <a:ea typeface="微软雅黑" panose="020B0503020204020204" pitchFamily="34" charset="-122"/>
              </a:rPr>
              <a:t>实践过程</a:t>
            </a:r>
            <a:endParaRPr lang="en-US" altLang="zh-CN" sz="2438"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70731522"/>
      </p:ext>
    </p:extLst>
  </p:cSld>
  <p:clrMapOvr>
    <a:masterClrMapping/>
  </p:clrMapOvr>
  <mc:AlternateContent xmlns:mc="http://schemas.openxmlformats.org/markup-compatibility/2006" xmlns:p14="http://schemas.microsoft.com/office/powerpoint/2010/main">
    <mc:Choice Requires="p14">
      <p:transition p14:dur="0" advTm="1260"/>
    </mc:Choice>
    <mc:Fallback xmlns="">
      <p:transition advTm="1260"/>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剪去单角 6">
            <a:extLst>
              <a:ext uri="{FF2B5EF4-FFF2-40B4-BE49-F238E27FC236}">
                <a16:creationId xmlns:a16="http://schemas.microsoft.com/office/drawing/2014/main" id="{090DC2B6-60A5-388B-0BEC-885EF4760BEF}"/>
              </a:ext>
            </a:extLst>
          </p:cNvPr>
          <p:cNvSpPr/>
          <p:nvPr/>
        </p:nvSpPr>
        <p:spPr>
          <a:xfrm>
            <a:off x="456510" y="363276"/>
            <a:ext cx="453697" cy="434666"/>
          </a:xfrm>
          <a:prstGeom prst="snip1Rect">
            <a:avLst/>
          </a:prstGeom>
          <a:solidFill>
            <a:srgbClr val="00AF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802295" rtl="0" eaLnBrk="1" latinLnBrk="0" hangingPunct="1">
              <a:defRPr sz="1600" kern="1200">
                <a:solidFill>
                  <a:schemeClr val="lt1"/>
                </a:solidFill>
                <a:latin typeface="+mn-lt"/>
                <a:ea typeface="+mn-ea"/>
                <a:cs typeface="+mn-cs"/>
              </a:defRPr>
            </a:lvl1pPr>
            <a:lvl2pPr marL="401147" algn="l" defTabSz="802295" rtl="0" eaLnBrk="1" latinLnBrk="0" hangingPunct="1">
              <a:defRPr sz="1600" kern="1200">
                <a:solidFill>
                  <a:schemeClr val="lt1"/>
                </a:solidFill>
                <a:latin typeface="+mn-lt"/>
                <a:ea typeface="+mn-ea"/>
                <a:cs typeface="+mn-cs"/>
              </a:defRPr>
            </a:lvl2pPr>
            <a:lvl3pPr marL="802295" algn="l" defTabSz="802295" rtl="0" eaLnBrk="1" latinLnBrk="0" hangingPunct="1">
              <a:defRPr sz="1600" kern="1200">
                <a:solidFill>
                  <a:schemeClr val="lt1"/>
                </a:solidFill>
                <a:latin typeface="+mn-lt"/>
                <a:ea typeface="+mn-ea"/>
                <a:cs typeface="+mn-cs"/>
              </a:defRPr>
            </a:lvl3pPr>
            <a:lvl4pPr marL="1203442" algn="l" defTabSz="802295" rtl="0" eaLnBrk="1" latinLnBrk="0" hangingPunct="1">
              <a:defRPr sz="1600" kern="1200">
                <a:solidFill>
                  <a:schemeClr val="lt1"/>
                </a:solidFill>
                <a:latin typeface="+mn-lt"/>
                <a:ea typeface="+mn-ea"/>
                <a:cs typeface="+mn-cs"/>
              </a:defRPr>
            </a:lvl4pPr>
            <a:lvl5pPr marL="1604589" algn="l" defTabSz="802295" rtl="0" eaLnBrk="1" latinLnBrk="0" hangingPunct="1">
              <a:defRPr sz="1600" kern="1200">
                <a:solidFill>
                  <a:schemeClr val="lt1"/>
                </a:solidFill>
                <a:latin typeface="+mn-lt"/>
                <a:ea typeface="+mn-ea"/>
                <a:cs typeface="+mn-cs"/>
              </a:defRPr>
            </a:lvl5pPr>
            <a:lvl6pPr marL="2005736" algn="l" defTabSz="802295" rtl="0" eaLnBrk="1" latinLnBrk="0" hangingPunct="1">
              <a:defRPr sz="1600" kern="1200">
                <a:solidFill>
                  <a:schemeClr val="lt1"/>
                </a:solidFill>
                <a:latin typeface="+mn-lt"/>
                <a:ea typeface="+mn-ea"/>
                <a:cs typeface="+mn-cs"/>
              </a:defRPr>
            </a:lvl6pPr>
            <a:lvl7pPr marL="2406884" algn="l" defTabSz="802295" rtl="0" eaLnBrk="1" latinLnBrk="0" hangingPunct="1">
              <a:defRPr sz="1600" kern="1200">
                <a:solidFill>
                  <a:schemeClr val="lt1"/>
                </a:solidFill>
                <a:latin typeface="+mn-lt"/>
                <a:ea typeface="+mn-ea"/>
                <a:cs typeface="+mn-cs"/>
              </a:defRPr>
            </a:lvl7pPr>
            <a:lvl8pPr marL="2808031" algn="l" defTabSz="802295" rtl="0" eaLnBrk="1" latinLnBrk="0" hangingPunct="1">
              <a:defRPr sz="1600" kern="1200">
                <a:solidFill>
                  <a:schemeClr val="lt1"/>
                </a:solidFill>
                <a:latin typeface="+mn-lt"/>
                <a:ea typeface="+mn-ea"/>
                <a:cs typeface="+mn-cs"/>
              </a:defRPr>
            </a:lvl8pPr>
            <a:lvl9pPr marL="3209178" algn="l" defTabSz="802295" rtl="0" eaLnBrk="1" latinLnBrk="0" hangingPunct="1">
              <a:defRPr sz="1600" kern="1200">
                <a:solidFill>
                  <a:schemeClr val="lt1"/>
                </a:solidFill>
                <a:latin typeface="+mn-lt"/>
                <a:ea typeface="+mn-ea"/>
                <a:cs typeface="+mn-cs"/>
              </a:defRPr>
            </a:lvl9pPr>
          </a:lstStyle>
          <a:p>
            <a:pPr algn="ctr"/>
            <a:endParaRPr lang="zh-CN" altLang="en-US"/>
          </a:p>
        </p:txBody>
      </p:sp>
      <p:sp>
        <p:nvSpPr>
          <p:cNvPr id="8" name="矩形: 剪去单角 7">
            <a:extLst>
              <a:ext uri="{FF2B5EF4-FFF2-40B4-BE49-F238E27FC236}">
                <a16:creationId xmlns:a16="http://schemas.microsoft.com/office/drawing/2014/main" id="{7C49A1BE-A0E7-7AF3-F4A0-69B94FF892C6}"/>
              </a:ext>
            </a:extLst>
          </p:cNvPr>
          <p:cNvSpPr/>
          <p:nvPr/>
        </p:nvSpPr>
        <p:spPr>
          <a:xfrm>
            <a:off x="384502" y="435284"/>
            <a:ext cx="453697" cy="434666"/>
          </a:xfrm>
          <a:prstGeom prst="snip1Rect">
            <a:avLst/>
          </a:prstGeom>
          <a:solidFill>
            <a:srgbClr val="005EA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802295" rtl="0" eaLnBrk="1" latinLnBrk="0" hangingPunct="1">
              <a:defRPr sz="1600" kern="1200">
                <a:solidFill>
                  <a:schemeClr val="lt1"/>
                </a:solidFill>
                <a:latin typeface="+mn-lt"/>
                <a:ea typeface="+mn-ea"/>
                <a:cs typeface="+mn-cs"/>
              </a:defRPr>
            </a:lvl1pPr>
            <a:lvl2pPr marL="401147" algn="l" defTabSz="802295" rtl="0" eaLnBrk="1" latinLnBrk="0" hangingPunct="1">
              <a:defRPr sz="1600" kern="1200">
                <a:solidFill>
                  <a:schemeClr val="lt1"/>
                </a:solidFill>
                <a:latin typeface="+mn-lt"/>
                <a:ea typeface="+mn-ea"/>
                <a:cs typeface="+mn-cs"/>
              </a:defRPr>
            </a:lvl2pPr>
            <a:lvl3pPr marL="802295" algn="l" defTabSz="802295" rtl="0" eaLnBrk="1" latinLnBrk="0" hangingPunct="1">
              <a:defRPr sz="1600" kern="1200">
                <a:solidFill>
                  <a:schemeClr val="lt1"/>
                </a:solidFill>
                <a:latin typeface="+mn-lt"/>
                <a:ea typeface="+mn-ea"/>
                <a:cs typeface="+mn-cs"/>
              </a:defRPr>
            </a:lvl3pPr>
            <a:lvl4pPr marL="1203442" algn="l" defTabSz="802295" rtl="0" eaLnBrk="1" latinLnBrk="0" hangingPunct="1">
              <a:defRPr sz="1600" kern="1200">
                <a:solidFill>
                  <a:schemeClr val="lt1"/>
                </a:solidFill>
                <a:latin typeface="+mn-lt"/>
                <a:ea typeface="+mn-ea"/>
                <a:cs typeface="+mn-cs"/>
              </a:defRPr>
            </a:lvl4pPr>
            <a:lvl5pPr marL="1604589" algn="l" defTabSz="802295" rtl="0" eaLnBrk="1" latinLnBrk="0" hangingPunct="1">
              <a:defRPr sz="1600" kern="1200">
                <a:solidFill>
                  <a:schemeClr val="lt1"/>
                </a:solidFill>
                <a:latin typeface="+mn-lt"/>
                <a:ea typeface="+mn-ea"/>
                <a:cs typeface="+mn-cs"/>
              </a:defRPr>
            </a:lvl5pPr>
            <a:lvl6pPr marL="2005736" algn="l" defTabSz="802295" rtl="0" eaLnBrk="1" latinLnBrk="0" hangingPunct="1">
              <a:defRPr sz="1600" kern="1200">
                <a:solidFill>
                  <a:schemeClr val="lt1"/>
                </a:solidFill>
                <a:latin typeface="+mn-lt"/>
                <a:ea typeface="+mn-ea"/>
                <a:cs typeface="+mn-cs"/>
              </a:defRPr>
            </a:lvl6pPr>
            <a:lvl7pPr marL="2406884" algn="l" defTabSz="802295" rtl="0" eaLnBrk="1" latinLnBrk="0" hangingPunct="1">
              <a:defRPr sz="1600" kern="1200">
                <a:solidFill>
                  <a:schemeClr val="lt1"/>
                </a:solidFill>
                <a:latin typeface="+mn-lt"/>
                <a:ea typeface="+mn-ea"/>
                <a:cs typeface="+mn-cs"/>
              </a:defRPr>
            </a:lvl7pPr>
            <a:lvl8pPr marL="2808031" algn="l" defTabSz="802295" rtl="0" eaLnBrk="1" latinLnBrk="0" hangingPunct="1">
              <a:defRPr sz="1600" kern="1200">
                <a:solidFill>
                  <a:schemeClr val="lt1"/>
                </a:solidFill>
                <a:latin typeface="+mn-lt"/>
                <a:ea typeface="+mn-ea"/>
                <a:cs typeface="+mn-cs"/>
              </a:defRPr>
            </a:lvl8pPr>
            <a:lvl9pPr marL="3209178" algn="l" defTabSz="802295" rtl="0" eaLnBrk="1" latinLnBrk="0" hangingPunct="1">
              <a:defRPr sz="1600" kern="1200">
                <a:solidFill>
                  <a:schemeClr val="lt1"/>
                </a:solidFill>
                <a:latin typeface="+mn-lt"/>
                <a:ea typeface="+mn-ea"/>
                <a:cs typeface="+mn-cs"/>
              </a:defRPr>
            </a:lvl9pPr>
          </a:lstStyle>
          <a:p>
            <a:pPr algn="ctr"/>
            <a:endParaRPr lang="en-US" altLang="zh-CN" sz="4000" dirty="0">
              <a:latin typeface="方正兰亭准黑_GBK" panose="02000000000000000000" pitchFamily="2" charset="-122"/>
              <a:ea typeface="方正兰亭准黑_GBK" panose="02000000000000000000" pitchFamily="2" charset="-122"/>
            </a:endParaRPr>
          </a:p>
        </p:txBody>
      </p:sp>
      <p:sp>
        <p:nvSpPr>
          <p:cNvPr id="9" name="文本框 8">
            <a:extLst>
              <a:ext uri="{FF2B5EF4-FFF2-40B4-BE49-F238E27FC236}">
                <a16:creationId xmlns:a16="http://schemas.microsoft.com/office/drawing/2014/main" id="{B1AF1609-1A2E-42F7-1CDB-A412B6C665CA}"/>
              </a:ext>
            </a:extLst>
          </p:cNvPr>
          <p:cNvSpPr txBox="1"/>
          <p:nvPr/>
        </p:nvSpPr>
        <p:spPr>
          <a:xfrm>
            <a:off x="982215" y="422115"/>
            <a:ext cx="2809298" cy="375827"/>
          </a:xfrm>
          <a:prstGeom prst="rect">
            <a:avLst/>
          </a:prstGeom>
          <a:noFill/>
        </p:spPr>
        <p:txBody>
          <a:bodyPr wrap="square" lIns="67391" tIns="33696" rIns="67391" bIns="33696" rtlCol="0">
            <a:spAutoFit/>
          </a:bodyPr>
          <a:lstStyle>
            <a:defPPr>
              <a:defRPr lang="zh-CN"/>
            </a:defPPr>
            <a:lvl1pPr marL="0" algn="l" defTabSz="802295" rtl="0" eaLnBrk="1" latinLnBrk="0" hangingPunct="1">
              <a:defRPr sz="1600" kern="1200">
                <a:solidFill>
                  <a:schemeClr val="tx1"/>
                </a:solidFill>
                <a:latin typeface="+mn-lt"/>
                <a:ea typeface="+mn-ea"/>
                <a:cs typeface="+mn-cs"/>
              </a:defRPr>
            </a:lvl1pPr>
            <a:lvl2pPr marL="401147" algn="l" defTabSz="802295" rtl="0" eaLnBrk="1" latinLnBrk="0" hangingPunct="1">
              <a:defRPr sz="1600" kern="1200">
                <a:solidFill>
                  <a:schemeClr val="tx1"/>
                </a:solidFill>
                <a:latin typeface="+mn-lt"/>
                <a:ea typeface="+mn-ea"/>
                <a:cs typeface="+mn-cs"/>
              </a:defRPr>
            </a:lvl2pPr>
            <a:lvl3pPr marL="802295" algn="l" defTabSz="802295" rtl="0" eaLnBrk="1" latinLnBrk="0" hangingPunct="1">
              <a:defRPr sz="1600" kern="1200">
                <a:solidFill>
                  <a:schemeClr val="tx1"/>
                </a:solidFill>
                <a:latin typeface="+mn-lt"/>
                <a:ea typeface="+mn-ea"/>
                <a:cs typeface="+mn-cs"/>
              </a:defRPr>
            </a:lvl3pPr>
            <a:lvl4pPr marL="1203442" algn="l" defTabSz="802295" rtl="0" eaLnBrk="1" latinLnBrk="0" hangingPunct="1">
              <a:defRPr sz="1600" kern="1200">
                <a:solidFill>
                  <a:schemeClr val="tx1"/>
                </a:solidFill>
                <a:latin typeface="+mn-lt"/>
                <a:ea typeface="+mn-ea"/>
                <a:cs typeface="+mn-cs"/>
              </a:defRPr>
            </a:lvl4pPr>
            <a:lvl5pPr marL="1604589" algn="l" defTabSz="802295" rtl="0" eaLnBrk="1" latinLnBrk="0" hangingPunct="1">
              <a:defRPr sz="1600" kern="1200">
                <a:solidFill>
                  <a:schemeClr val="tx1"/>
                </a:solidFill>
                <a:latin typeface="+mn-lt"/>
                <a:ea typeface="+mn-ea"/>
                <a:cs typeface="+mn-cs"/>
              </a:defRPr>
            </a:lvl5pPr>
            <a:lvl6pPr marL="2005736" algn="l" defTabSz="802295" rtl="0" eaLnBrk="1" latinLnBrk="0" hangingPunct="1">
              <a:defRPr sz="1600" kern="1200">
                <a:solidFill>
                  <a:schemeClr val="tx1"/>
                </a:solidFill>
                <a:latin typeface="+mn-lt"/>
                <a:ea typeface="+mn-ea"/>
                <a:cs typeface="+mn-cs"/>
              </a:defRPr>
            </a:lvl6pPr>
            <a:lvl7pPr marL="2406884" algn="l" defTabSz="802295" rtl="0" eaLnBrk="1" latinLnBrk="0" hangingPunct="1">
              <a:defRPr sz="1600" kern="1200">
                <a:solidFill>
                  <a:schemeClr val="tx1"/>
                </a:solidFill>
                <a:latin typeface="+mn-lt"/>
                <a:ea typeface="+mn-ea"/>
                <a:cs typeface="+mn-cs"/>
              </a:defRPr>
            </a:lvl7pPr>
            <a:lvl8pPr marL="2808031" algn="l" defTabSz="802295" rtl="0" eaLnBrk="1" latinLnBrk="0" hangingPunct="1">
              <a:defRPr sz="1600" kern="1200">
                <a:solidFill>
                  <a:schemeClr val="tx1"/>
                </a:solidFill>
                <a:latin typeface="+mn-lt"/>
                <a:ea typeface="+mn-ea"/>
                <a:cs typeface="+mn-cs"/>
              </a:defRPr>
            </a:lvl8pPr>
            <a:lvl9pPr marL="3209178" algn="l" defTabSz="802295" rtl="0" eaLnBrk="1" latinLnBrk="0" hangingPunct="1">
              <a:defRPr sz="1600" kern="1200">
                <a:solidFill>
                  <a:schemeClr val="tx1"/>
                </a:solidFill>
                <a:latin typeface="+mn-lt"/>
                <a:ea typeface="+mn-ea"/>
                <a:cs typeface="+mn-cs"/>
              </a:defRPr>
            </a:lvl9pPr>
          </a:lstStyle>
          <a:p>
            <a:r>
              <a:rPr lang="en-US" altLang="zh-CN" sz="2000" dirty="0">
                <a:solidFill>
                  <a:srgbClr val="2D5593"/>
                </a:solidFill>
                <a:latin typeface="微软雅黑" panose="020B0503020204020204" pitchFamily="34" charset="-122"/>
                <a:ea typeface="微软雅黑" panose="020B0503020204020204" pitchFamily="34" charset="-122"/>
              </a:rPr>
              <a:t>3.1</a:t>
            </a:r>
            <a:r>
              <a:rPr lang="zh-CN" altLang="en-US" sz="2000" dirty="0">
                <a:solidFill>
                  <a:srgbClr val="2D5593"/>
                </a:solidFill>
                <a:latin typeface="微软雅黑" panose="020B0503020204020204" pitchFamily="34" charset="-122"/>
                <a:ea typeface="微软雅黑" panose="020B0503020204020204" pitchFamily="34" charset="-122"/>
              </a:rPr>
              <a:t> 实践任务</a:t>
            </a:r>
            <a:endParaRPr lang="en-US" altLang="zh-CN" sz="2000" dirty="0">
              <a:solidFill>
                <a:srgbClr val="2D5593"/>
              </a:solidFill>
              <a:latin typeface="微软雅黑" panose="020B0503020204020204" pitchFamily="34" charset="-122"/>
              <a:ea typeface="微软雅黑" panose="020B0503020204020204" pitchFamily="34" charset="-122"/>
            </a:endParaRPr>
          </a:p>
        </p:txBody>
      </p:sp>
      <p:sp>
        <p:nvSpPr>
          <p:cNvPr id="12" name="文本框 11">
            <a:extLst>
              <a:ext uri="{FF2B5EF4-FFF2-40B4-BE49-F238E27FC236}">
                <a16:creationId xmlns:a16="http://schemas.microsoft.com/office/drawing/2014/main" id="{C655A3E3-E8BB-8144-FD2E-FED74870E4EF}"/>
              </a:ext>
            </a:extLst>
          </p:cNvPr>
          <p:cNvSpPr txBox="1"/>
          <p:nvPr/>
        </p:nvSpPr>
        <p:spPr>
          <a:xfrm>
            <a:off x="1609725" y="1061200"/>
            <a:ext cx="8972550" cy="1857753"/>
          </a:xfrm>
          <a:prstGeom prst="rect">
            <a:avLst/>
          </a:prstGeom>
          <a:noFill/>
        </p:spPr>
        <p:txBody>
          <a:bodyPr wrap="square" rtlCol="0">
            <a:spAutoFit/>
          </a:bodyPr>
          <a:lstStyle/>
          <a:p>
            <a:pPr indent="279400">
              <a:lnSpc>
                <a:spcPct val="130000"/>
              </a:lnSpc>
            </a:pPr>
            <a:r>
              <a:rPr lang="zh-CN" altLang="en-US" kern="1400" spc="-5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本课题的实践任务为：</a:t>
            </a:r>
            <a:endParaRPr lang="en-US" altLang="zh-CN" kern="1400" spc="-5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indent="279400">
              <a:lnSpc>
                <a:spcPct val="130000"/>
              </a:lnSpc>
            </a:pPr>
            <a:r>
              <a:rPr lang="zh-CN" altLang="zh-CN"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将原始数据中的</a:t>
            </a:r>
            <a:r>
              <a:rPr lang="en-US" altLang="zh-CN"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 clk_design1 </a:t>
            </a:r>
            <a:r>
              <a:rPr lang="zh-CN" altLang="en-US" kern="1400" spc="-5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（详见附录）</a:t>
            </a:r>
            <a:r>
              <a:rPr lang="zh-CN" altLang="zh-CN"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相关数据划分到</a:t>
            </a:r>
            <a:r>
              <a:rPr lang="en-US" altLang="zh-CN"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800" kern="1400" spc="-50" dirty="0" err="1">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Xlinx</a:t>
            </a:r>
            <a:r>
              <a:rPr lang="en-US" altLang="zh-CN"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 VU13P (4-dies) </a:t>
            </a:r>
            <a:r>
              <a:rPr lang="zh-CN" altLang="zh-CN"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的四个芯片中</a:t>
            </a:r>
            <a:r>
              <a:rPr lang="zh-CN" altLang="en-US"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a:t>
            </a:r>
            <a:r>
              <a:rPr lang="zh-CN" altLang="en-US" kern="1400" spc="-5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并且</a:t>
            </a:r>
            <a:r>
              <a:rPr lang="zh-CN" altLang="zh-CN"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划分结果的不同芯片内部资源利用率的平均差异控制在</a:t>
            </a:r>
            <a:r>
              <a:rPr lang="en-US" altLang="zh-CN"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kern="1400" spc="-5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7</a:t>
            </a:r>
            <a:r>
              <a:rPr lang="de-DE" altLang="zh-CN"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zh-CN" altLang="zh-CN"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左右，各个</a:t>
            </a:r>
            <a:r>
              <a:rPr lang="en-US" altLang="zh-CN"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de-DE" altLang="zh-CN"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die </a:t>
            </a:r>
            <a:r>
              <a:rPr lang="zh-CN" altLang="zh-CN"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之间的物理连线控制在</a:t>
            </a:r>
            <a:r>
              <a:rPr lang="en-US" altLang="zh-CN"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kern="1400" spc="-5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650</a:t>
            </a:r>
            <a:r>
              <a:rPr lang="de-DE" altLang="zh-CN"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zh-CN" altLang="zh-CN"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条</a:t>
            </a:r>
            <a:r>
              <a:rPr lang="zh-CN" altLang="en-US" kern="1400" spc="-5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a:t>
            </a:r>
            <a:endParaRPr lang="en-US" altLang="zh-CN" kern="1400" spc="-5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indent="279400">
              <a:lnSpc>
                <a:spcPct val="130000"/>
              </a:lnSpc>
            </a:pPr>
            <a:r>
              <a:rPr lang="en-US" altLang="zh-CN" sz="1800" kern="1400" spc="-50" dirty="0" err="1">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Xlinx</a:t>
            </a:r>
            <a:r>
              <a:rPr lang="en-US" altLang="zh-CN"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 VU13P (4-dies)</a:t>
            </a:r>
            <a:r>
              <a:rPr lang="zh-CN" altLang="en-US"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中四个 </a:t>
            </a:r>
            <a:r>
              <a:rPr lang="en-US" altLang="zh-CN"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die </a:t>
            </a:r>
            <a:r>
              <a:rPr lang="zh-CN" altLang="en-US"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的物理分布情况如图</a:t>
            </a:r>
            <a:r>
              <a:rPr lang="en-US" altLang="zh-CN"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5</a:t>
            </a:r>
            <a:r>
              <a:rPr lang="zh-CN" altLang="en-US"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所示。</a:t>
            </a:r>
            <a:endParaRPr lang="zh-CN" altLang="zh-CN"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2" name="图片 1">
            <a:extLst>
              <a:ext uri="{FF2B5EF4-FFF2-40B4-BE49-F238E27FC236}">
                <a16:creationId xmlns:a16="http://schemas.microsoft.com/office/drawing/2014/main" id="{386D650A-D8F2-8514-3076-75F7C07BDBC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88730" y="2918953"/>
            <a:ext cx="6014540" cy="2935582"/>
          </a:xfrm>
          <a:prstGeom prst="rect">
            <a:avLst/>
          </a:prstGeom>
        </p:spPr>
      </p:pic>
      <p:sp>
        <p:nvSpPr>
          <p:cNvPr id="3" name="文本框 2">
            <a:extLst>
              <a:ext uri="{FF2B5EF4-FFF2-40B4-BE49-F238E27FC236}">
                <a16:creationId xmlns:a16="http://schemas.microsoft.com/office/drawing/2014/main" id="{F072DB5B-5DB5-058A-30C3-E82CD2ABE88E}"/>
              </a:ext>
            </a:extLst>
          </p:cNvPr>
          <p:cNvSpPr txBox="1"/>
          <p:nvPr/>
        </p:nvSpPr>
        <p:spPr>
          <a:xfrm>
            <a:off x="11542815" y="6270171"/>
            <a:ext cx="433449" cy="369332"/>
          </a:xfrm>
          <a:prstGeom prst="rect">
            <a:avLst/>
          </a:prstGeom>
          <a:noFill/>
        </p:spPr>
        <p:txBody>
          <a:bodyPr wrap="square" rtlCol="0">
            <a:spAutoFit/>
          </a:bodyPr>
          <a:lstStyle/>
          <a:p>
            <a:r>
              <a:rPr lang="en-US" altLang="zh-CN" dirty="0"/>
              <a:t>14</a:t>
            </a:r>
            <a:endParaRPr lang="zh-CN" altLang="en-US" dirty="0"/>
          </a:p>
        </p:txBody>
      </p:sp>
      <p:sp>
        <p:nvSpPr>
          <p:cNvPr id="4" name="文本框 3">
            <a:extLst>
              <a:ext uri="{FF2B5EF4-FFF2-40B4-BE49-F238E27FC236}">
                <a16:creationId xmlns:a16="http://schemas.microsoft.com/office/drawing/2014/main" id="{62105833-A140-BF6C-5537-96FD5A86E852}"/>
              </a:ext>
            </a:extLst>
          </p:cNvPr>
          <p:cNvSpPr txBox="1"/>
          <p:nvPr/>
        </p:nvSpPr>
        <p:spPr>
          <a:xfrm>
            <a:off x="5271654" y="5735234"/>
            <a:ext cx="1648691" cy="338554"/>
          </a:xfrm>
          <a:prstGeom prst="rect">
            <a:avLst/>
          </a:prstGeom>
          <a:noFill/>
        </p:spPr>
        <p:txBody>
          <a:bodyPr wrap="square" rtlCol="0">
            <a:spAutoFit/>
          </a:bodyPr>
          <a:lstStyle/>
          <a:p>
            <a:pPr algn="ctr"/>
            <a:r>
              <a:rPr lang="zh-CN" altLang="en-US" sz="1600" b="1" dirty="0">
                <a:latin typeface="微软雅黑" panose="020B0503020204020204" pitchFamily="34" charset="-122"/>
                <a:ea typeface="微软雅黑" panose="020B0503020204020204" pitchFamily="34" charset="-122"/>
              </a:rPr>
              <a:t>图</a:t>
            </a:r>
            <a:r>
              <a:rPr lang="en-US" altLang="zh-CN" sz="1600" b="1" dirty="0">
                <a:latin typeface="微软雅黑" panose="020B0503020204020204" pitchFamily="34" charset="-122"/>
                <a:ea typeface="微软雅黑" panose="020B0503020204020204" pitchFamily="34" charset="-122"/>
              </a:rPr>
              <a:t>5</a:t>
            </a:r>
            <a:endParaRPr lang="zh-CN" altLang="en-US" sz="16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490576089"/>
      </p:ext>
    </p:extLst>
  </p:cSld>
  <p:clrMapOvr>
    <a:masterClrMapping/>
  </p:clrMapOvr>
  <mc:AlternateContent xmlns:mc="http://schemas.openxmlformats.org/markup-compatibility/2006" xmlns:p14="http://schemas.microsoft.com/office/powerpoint/2010/main">
    <mc:Choice Requires="p14">
      <p:transition p14:dur="10" advTm="1260"/>
    </mc:Choice>
    <mc:Fallback xmlns="">
      <p:transition advTm="1260"/>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剪去单角 6">
            <a:extLst>
              <a:ext uri="{FF2B5EF4-FFF2-40B4-BE49-F238E27FC236}">
                <a16:creationId xmlns:a16="http://schemas.microsoft.com/office/drawing/2014/main" id="{090DC2B6-60A5-388B-0BEC-885EF4760BEF}"/>
              </a:ext>
            </a:extLst>
          </p:cNvPr>
          <p:cNvSpPr/>
          <p:nvPr/>
        </p:nvSpPr>
        <p:spPr>
          <a:xfrm>
            <a:off x="456510" y="363276"/>
            <a:ext cx="453697" cy="434666"/>
          </a:xfrm>
          <a:prstGeom prst="snip1Rect">
            <a:avLst/>
          </a:prstGeom>
          <a:solidFill>
            <a:srgbClr val="00AF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802295" rtl="0" eaLnBrk="1" latinLnBrk="0" hangingPunct="1">
              <a:defRPr sz="1600" kern="1200">
                <a:solidFill>
                  <a:schemeClr val="lt1"/>
                </a:solidFill>
                <a:latin typeface="+mn-lt"/>
                <a:ea typeface="+mn-ea"/>
                <a:cs typeface="+mn-cs"/>
              </a:defRPr>
            </a:lvl1pPr>
            <a:lvl2pPr marL="401147" algn="l" defTabSz="802295" rtl="0" eaLnBrk="1" latinLnBrk="0" hangingPunct="1">
              <a:defRPr sz="1600" kern="1200">
                <a:solidFill>
                  <a:schemeClr val="lt1"/>
                </a:solidFill>
                <a:latin typeface="+mn-lt"/>
                <a:ea typeface="+mn-ea"/>
                <a:cs typeface="+mn-cs"/>
              </a:defRPr>
            </a:lvl2pPr>
            <a:lvl3pPr marL="802295" algn="l" defTabSz="802295" rtl="0" eaLnBrk="1" latinLnBrk="0" hangingPunct="1">
              <a:defRPr sz="1600" kern="1200">
                <a:solidFill>
                  <a:schemeClr val="lt1"/>
                </a:solidFill>
                <a:latin typeface="+mn-lt"/>
                <a:ea typeface="+mn-ea"/>
                <a:cs typeface="+mn-cs"/>
              </a:defRPr>
            </a:lvl3pPr>
            <a:lvl4pPr marL="1203442" algn="l" defTabSz="802295" rtl="0" eaLnBrk="1" latinLnBrk="0" hangingPunct="1">
              <a:defRPr sz="1600" kern="1200">
                <a:solidFill>
                  <a:schemeClr val="lt1"/>
                </a:solidFill>
                <a:latin typeface="+mn-lt"/>
                <a:ea typeface="+mn-ea"/>
                <a:cs typeface="+mn-cs"/>
              </a:defRPr>
            </a:lvl4pPr>
            <a:lvl5pPr marL="1604589" algn="l" defTabSz="802295" rtl="0" eaLnBrk="1" latinLnBrk="0" hangingPunct="1">
              <a:defRPr sz="1600" kern="1200">
                <a:solidFill>
                  <a:schemeClr val="lt1"/>
                </a:solidFill>
                <a:latin typeface="+mn-lt"/>
                <a:ea typeface="+mn-ea"/>
                <a:cs typeface="+mn-cs"/>
              </a:defRPr>
            </a:lvl5pPr>
            <a:lvl6pPr marL="2005736" algn="l" defTabSz="802295" rtl="0" eaLnBrk="1" latinLnBrk="0" hangingPunct="1">
              <a:defRPr sz="1600" kern="1200">
                <a:solidFill>
                  <a:schemeClr val="lt1"/>
                </a:solidFill>
                <a:latin typeface="+mn-lt"/>
                <a:ea typeface="+mn-ea"/>
                <a:cs typeface="+mn-cs"/>
              </a:defRPr>
            </a:lvl6pPr>
            <a:lvl7pPr marL="2406884" algn="l" defTabSz="802295" rtl="0" eaLnBrk="1" latinLnBrk="0" hangingPunct="1">
              <a:defRPr sz="1600" kern="1200">
                <a:solidFill>
                  <a:schemeClr val="lt1"/>
                </a:solidFill>
                <a:latin typeface="+mn-lt"/>
                <a:ea typeface="+mn-ea"/>
                <a:cs typeface="+mn-cs"/>
              </a:defRPr>
            </a:lvl7pPr>
            <a:lvl8pPr marL="2808031" algn="l" defTabSz="802295" rtl="0" eaLnBrk="1" latinLnBrk="0" hangingPunct="1">
              <a:defRPr sz="1600" kern="1200">
                <a:solidFill>
                  <a:schemeClr val="lt1"/>
                </a:solidFill>
                <a:latin typeface="+mn-lt"/>
                <a:ea typeface="+mn-ea"/>
                <a:cs typeface="+mn-cs"/>
              </a:defRPr>
            </a:lvl8pPr>
            <a:lvl9pPr marL="3209178" algn="l" defTabSz="802295" rtl="0" eaLnBrk="1" latinLnBrk="0" hangingPunct="1">
              <a:defRPr sz="1600" kern="1200">
                <a:solidFill>
                  <a:schemeClr val="lt1"/>
                </a:solidFill>
                <a:latin typeface="+mn-lt"/>
                <a:ea typeface="+mn-ea"/>
                <a:cs typeface="+mn-cs"/>
              </a:defRPr>
            </a:lvl9pPr>
          </a:lstStyle>
          <a:p>
            <a:pPr algn="ctr"/>
            <a:endParaRPr lang="zh-CN" altLang="en-US"/>
          </a:p>
        </p:txBody>
      </p:sp>
      <p:sp>
        <p:nvSpPr>
          <p:cNvPr id="8" name="矩形: 剪去单角 7">
            <a:extLst>
              <a:ext uri="{FF2B5EF4-FFF2-40B4-BE49-F238E27FC236}">
                <a16:creationId xmlns:a16="http://schemas.microsoft.com/office/drawing/2014/main" id="{7C49A1BE-A0E7-7AF3-F4A0-69B94FF892C6}"/>
              </a:ext>
            </a:extLst>
          </p:cNvPr>
          <p:cNvSpPr/>
          <p:nvPr/>
        </p:nvSpPr>
        <p:spPr>
          <a:xfrm>
            <a:off x="384502" y="435284"/>
            <a:ext cx="453697" cy="434666"/>
          </a:xfrm>
          <a:prstGeom prst="snip1Rect">
            <a:avLst/>
          </a:prstGeom>
          <a:solidFill>
            <a:srgbClr val="005EA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802295" rtl="0" eaLnBrk="1" latinLnBrk="0" hangingPunct="1">
              <a:defRPr sz="1600" kern="1200">
                <a:solidFill>
                  <a:schemeClr val="lt1"/>
                </a:solidFill>
                <a:latin typeface="+mn-lt"/>
                <a:ea typeface="+mn-ea"/>
                <a:cs typeface="+mn-cs"/>
              </a:defRPr>
            </a:lvl1pPr>
            <a:lvl2pPr marL="401147" algn="l" defTabSz="802295" rtl="0" eaLnBrk="1" latinLnBrk="0" hangingPunct="1">
              <a:defRPr sz="1600" kern="1200">
                <a:solidFill>
                  <a:schemeClr val="lt1"/>
                </a:solidFill>
                <a:latin typeface="+mn-lt"/>
                <a:ea typeface="+mn-ea"/>
                <a:cs typeface="+mn-cs"/>
              </a:defRPr>
            </a:lvl2pPr>
            <a:lvl3pPr marL="802295" algn="l" defTabSz="802295" rtl="0" eaLnBrk="1" latinLnBrk="0" hangingPunct="1">
              <a:defRPr sz="1600" kern="1200">
                <a:solidFill>
                  <a:schemeClr val="lt1"/>
                </a:solidFill>
                <a:latin typeface="+mn-lt"/>
                <a:ea typeface="+mn-ea"/>
                <a:cs typeface="+mn-cs"/>
              </a:defRPr>
            </a:lvl3pPr>
            <a:lvl4pPr marL="1203442" algn="l" defTabSz="802295" rtl="0" eaLnBrk="1" latinLnBrk="0" hangingPunct="1">
              <a:defRPr sz="1600" kern="1200">
                <a:solidFill>
                  <a:schemeClr val="lt1"/>
                </a:solidFill>
                <a:latin typeface="+mn-lt"/>
                <a:ea typeface="+mn-ea"/>
                <a:cs typeface="+mn-cs"/>
              </a:defRPr>
            </a:lvl4pPr>
            <a:lvl5pPr marL="1604589" algn="l" defTabSz="802295" rtl="0" eaLnBrk="1" latinLnBrk="0" hangingPunct="1">
              <a:defRPr sz="1600" kern="1200">
                <a:solidFill>
                  <a:schemeClr val="lt1"/>
                </a:solidFill>
                <a:latin typeface="+mn-lt"/>
                <a:ea typeface="+mn-ea"/>
                <a:cs typeface="+mn-cs"/>
              </a:defRPr>
            </a:lvl5pPr>
            <a:lvl6pPr marL="2005736" algn="l" defTabSz="802295" rtl="0" eaLnBrk="1" latinLnBrk="0" hangingPunct="1">
              <a:defRPr sz="1600" kern="1200">
                <a:solidFill>
                  <a:schemeClr val="lt1"/>
                </a:solidFill>
                <a:latin typeface="+mn-lt"/>
                <a:ea typeface="+mn-ea"/>
                <a:cs typeface="+mn-cs"/>
              </a:defRPr>
            </a:lvl6pPr>
            <a:lvl7pPr marL="2406884" algn="l" defTabSz="802295" rtl="0" eaLnBrk="1" latinLnBrk="0" hangingPunct="1">
              <a:defRPr sz="1600" kern="1200">
                <a:solidFill>
                  <a:schemeClr val="lt1"/>
                </a:solidFill>
                <a:latin typeface="+mn-lt"/>
                <a:ea typeface="+mn-ea"/>
                <a:cs typeface="+mn-cs"/>
              </a:defRPr>
            </a:lvl7pPr>
            <a:lvl8pPr marL="2808031" algn="l" defTabSz="802295" rtl="0" eaLnBrk="1" latinLnBrk="0" hangingPunct="1">
              <a:defRPr sz="1600" kern="1200">
                <a:solidFill>
                  <a:schemeClr val="lt1"/>
                </a:solidFill>
                <a:latin typeface="+mn-lt"/>
                <a:ea typeface="+mn-ea"/>
                <a:cs typeface="+mn-cs"/>
              </a:defRPr>
            </a:lvl8pPr>
            <a:lvl9pPr marL="3209178" algn="l" defTabSz="802295" rtl="0" eaLnBrk="1" latinLnBrk="0" hangingPunct="1">
              <a:defRPr sz="1600" kern="1200">
                <a:solidFill>
                  <a:schemeClr val="lt1"/>
                </a:solidFill>
                <a:latin typeface="+mn-lt"/>
                <a:ea typeface="+mn-ea"/>
                <a:cs typeface="+mn-cs"/>
              </a:defRPr>
            </a:lvl9pPr>
          </a:lstStyle>
          <a:p>
            <a:pPr algn="ctr"/>
            <a:endParaRPr lang="en-US" altLang="zh-CN" sz="4000" dirty="0">
              <a:latin typeface="方正兰亭准黑_GBK" panose="02000000000000000000" pitchFamily="2" charset="-122"/>
              <a:ea typeface="方正兰亭准黑_GBK" panose="02000000000000000000" pitchFamily="2" charset="-122"/>
            </a:endParaRPr>
          </a:p>
        </p:txBody>
      </p:sp>
      <p:sp>
        <p:nvSpPr>
          <p:cNvPr id="9" name="文本框 8">
            <a:extLst>
              <a:ext uri="{FF2B5EF4-FFF2-40B4-BE49-F238E27FC236}">
                <a16:creationId xmlns:a16="http://schemas.microsoft.com/office/drawing/2014/main" id="{B1AF1609-1A2E-42F7-1CDB-A412B6C665CA}"/>
              </a:ext>
            </a:extLst>
          </p:cNvPr>
          <p:cNvSpPr txBox="1"/>
          <p:nvPr/>
        </p:nvSpPr>
        <p:spPr>
          <a:xfrm>
            <a:off x="982215" y="422115"/>
            <a:ext cx="2809298" cy="375827"/>
          </a:xfrm>
          <a:prstGeom prst="rect">
            <a:avLst/>
          </a:prstGeom>
          <a:noFill/>
        </p:spPr>
        <p:txBody>
          <a:bodyPr wrap="square" lIns="67391" tIns="33696" rIns="67391" bIns="33696" rtlCol="0">
            <a:spAutoFit/>
          </a:bodyPr>
          <a:lstStyle>
            <a:defPPr>
              <a:defRPr lang="zh-CN"/>
            </a:defPPr>
            <a:lvl1pPr marL="0" algn="l" defTabSz="802295" rtl="0" eaLnBrk="1" latinLnBrk="0" hangingPunct="1">
              <a:defRPr sz="1600" kern="1200">
                <a:solidFill>
                  <a:schemeClr val="tx1"/>
                </a:solidFill>
                <a:latin typeface="+mn-lt"/>
                <a:ea typeface="+mn-ea"/>
                <a:cs typeface="+mn-cs"/>
              </a:defRPr>
            </a:lvl1pPr>
            <a:lvl2pPr marL="401147" algn="l" defTabSz="802295" rtl="0" eaLnBrk="1" latinLnBrk="0" hangingPunct="1">
              <a:defRPr sz="1600" kern="1200">
                <a:solidFill>
                  <a:schemeClr val="tx1"/>
                </a:solidFill>
                <a:latin typeface="+mn-lt"/>
                <a:ea typeface="+mn-ea"/>
                <a:cs typeface="+mn-cs"/>
              </a:defRPr>
            </a:lvl2pPr>
            <a:lvl3pPr marL="802295" algn="l" defTabSz="802295" rtl="0" eaLnBrk="1" latinLnBrk="0" hangingPunct="1">
              <a:defRPr sz="1600" kern="1200">
                <a:solidFill>
                  <a:schemeClr val="tx1"/>
                </a:solidFill>
                <a:latin typeface="+mn-lt"/>
                <a:ea typeface="+mn-ea"/>
                <a:cs typeface="+mn-cs"/>
              </a:defRPr>
            </a:lvl3pPr>
            <a:lvl4pPr marL="1203442" algn="l" defTabSz="802295" rtl="0" eaLnBrk="1" latinLnBrk="0" hangingPunct="1">
              <a:defRPr sz="1600" kern="1200">
                <a:solidFill>
                  <a:schemeClr val="tx1"/>
                </a:solidFill>
                <a:latin typeface="+mn-lt"/>
                <a:ea typeface="+mn-ea"/>
                <a:cs typeface="+mn-cs"/>
              </a:defRPr>
            </a:lvl4pPr>
            <a:lvl5pPr marL="1604589" algn="l" defTabSz="802295" rtl="0" eaLnBrk="1" latinLnBrk="0" hangingPunct="1">
              <a:defRPr sz="1600" kern="1200">
                <a:solidFill>
                  <a:schemeClr val="tx1"/>
                </a:solidFill>
                <a:latin typeface="+mn-lt"/>
                <a:ea typeface="+mn-ea"/>
                <a:cs typeface="+mn-cs"/>
              </a:defRPr>
            </a:lvl5pPr>
            <a:lvl6pPr marL="2005736" algn="l" defTabSz="802295" rtl="0" eaLnBrk="1" latinLnBrk="0" hangingPunct="1">
              <a:defRPr sz="1600" kern="1200">
                <a:solidFill>
                  <a:schemeClr val="tx1"/>
                </a:solidFill>
                <a:latin typeface="+mn-lt"/>
                <a:ea typeface="+mn-ea"/>
                <a:cs typeface="+mn-cs"/>
              </a:defRPr>
            </a:lvl6pPr>
            <a:lvl7pPr marL="2406884" algn="l" defTabSz="802295" rtl="0" eaLnBrk="1" latinLnBrk="0" hangingPunct="1">
              <a:defRPr sz="1600" kern="1200">
                <a:solidFill>
                  <a:schemeClr val="tx1"/>
                </a:solidFill>
                <a:latin typeface="+mn-lt"/>
                <a:ea typeface="+mn-ea"/>
                <a:cs typeface="+mn-cs"/>
              </a:defRPr>
            </a:lvl7pPr>
            <a:lvl8pPr marL="2808031" algn="l" defTabSz="802295" rtl="0" eaLnBrk="1" latinLnBrk="0" hangingPunct="1">
              <a:defRPr sz="1600" kern="1200">
                <a:solidFill>
                  <a:schemeClr val="tx1"/>
                </a:solidFill>
                <a:latin typeface="+mn-lt"/>
                <a:ea typeface="+mn-ea"/>
                <a:cs typeface="+mn-cs"/>
              </a:defRPr>
            </a:lvl8pPr>
            <a:lvl9pPr marL="3209178" algn="l" defTabSz="802295" rtl="0" eaLnBrk="1" latinLnBrk="0" hangingPunct="1">
              <a:defRPr sz="1600" kern="1200">
                <a:solidFill>
                  <a:schemeClr val="tx1"/>
                </a:solidFill>
                <a:latin typeface="+mn-lt"/>
                <a:ea typeface="+mn-ea"/>
                <a:cs typeface="+mn-cs"/>
              </a:defRPr>
            </a:lvl9pPr>
          </a:lstStyle>
          <a:p>
            <a:r>
              <a:rPr lang="en-US" altLang="zh-CN" sz="2000" dirty="0">
                <a:solidFill>
                  <a:srgbClr val="2D5593"/>
                </a:solidFill>
                <a:latin typeface="微软雅黑" panose="020B0503020204020204" pitchFamily="34" charset="-122"/>
                <a:ea typeface="微软雅黑" panose="020B0503020204020204" pitchFamily="34" charset="-122"/>
              </a:rPr>
              <a:t>3.2</a:t>
            </a:r>
            <a:r>
              <a:rPr lang="zh-CN" altLang="en-US" sz="2000" dirty="0">
                <a:solidFill>
                  <a:srgbClr val="2D5593"/>
                </a:solidFill>
                <a:latin typeface="微软雅黑" panose="020B0503020204020204" pitchFamily="34" charset="-122"/>
                <a:ea typeface="微软雅黑" panose="020B0503020204020204" pitchFamily="34" charset="-122"/>
              </a:rPr>
              <a:t> 实践过程</a:t>
            </a:r>
            <a:endParaRPr lang="en-US" altLang="zh-CN" sz="2000" dirty="0">
              <a:solidFill>
                <a:srgbClr val="2D5593"/>
              </a:solidFill>
              <a:latin typeface="微软雅黑" panose="020B0503020204020204" pitchFamily="34" charset="-122"/>
              <a:ea typeface="微软雅黑" panose="020B0503020204020204" pitchFamily="34" charset="-122"/>
            </a:endParaRPr>
          </a:p>
        </p:txBody>
      </p:sp>
      <p:pic>
        <p:nvPicPr>
          <p:cNvPr id="3" name="图片 2">
            <a:extLst>
              <a:ext uri="{FF2B5EF4-FFF2-40B4-BE49-F238E27FC236}">
                <a16:creationId xmlns:a16="http://schemas.microsoft.com/office/drawing/2014/main" id="{755ADD45-A7FA-10B5-2153-4F3006326DB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37909" y="1182126"/>
            <a:ext cx="7916181" cy="4357718"/>
          </a:xfrm>
          <a:prstGeom prst="rect">
            <a:avLst/>
          </a:prstGeom>
        </p:spPr>
      </p:pic>
      <p:sp>
        <p:nvSpPr>
          <p:cNvPr id="4" name="文本框 3">
            <a:extLst>
              <a:ext uri="{FF2B5EF4-FFF2-40B4-BE49-F238E27FC236}">
                <a16:creationId xmlns:a16="http://schemas.microsoft.com/office/drawing/2014/main" id="{E3D5F996-7459-D0D5-2589-FE12BE462819}"/>
              </a:ext>
            </a:extLst>
          </p:cNvPr>
          <p:cNvSpPr txBox="1"/>
          <p:nvPr/>
        </p:nvSpPr>
        <p:spPr>
          <a:xfrm>
            <a:off x="11542815" y="6270171"/>
            <a:ext cx="433449" cy="369332"/>
          </a:xfrm>
          <a:prstGeom prst="rect">
            <a:avLst/>
          </a:prstGeom>
          <a:noFill/>
        </p:spPr>
        <p:txBody>
          <a:bodyPr wrap="square" rtlCol="0">
            <a:spAutoFit/>
          </a:bodyPr>
          <a:lstStyle/>
          <a:p>
            <a:r>
              <a:rPr lang="en-US" altLang="zh-CN" dirty="0"/>
              <a:t>15</a:t>
            </a:r>
            <a:endParaRPr lang="zh-CN" altLang="en-US" dirty="0"/>
          </a:p>
        </p:txBody>
      </p:sp>
      <p:sp>
        <p:nvSpPr>
          <p:cNvPr id="2" name="文本框 1">
            <a:extLst>
              <a:ext uri="{FF2B5EF4-FFF2-40B4-BE49-F238E27FC236}">
                <a16:creationId xmlns:a16="http://schemas.microsoft.com/office/drawing/2014/main" id="{B9576904-74D8-30B6-860E-9098F2754C48}"/>
              </a:ext>
            </a:extLst>
          </p:cNvPr>
          <p:cNvSpPr txBox="1"/>
          <p:nvPr/>
        </p:nvSpPr>
        <p:spPr>
          <a:xfrm>
            <a:off x="2137908" y="5597252"/>
            <a:ext cx="7916181" cy="584775"/>
          </a:xfrm>
          <a:prstGeom prst="rect">
            <a:avLst/>
          </a:prstGeom>
          <a:noFill/>
        </p:spPr>
        <p:txBody>
          <a:bodyPr wrap="square" rtlCol="0">
            <a:spAutoFit/>
          </a:bodyPr>
          <a:lstStyle/>
          <a:p>
            <a:r>
              <a:rPr lang="zh-CN" altLang="en-US" sz="1600" b="1" dirty="0">
                <a:latin typeface="微软雅黑" panose="020B0503020204020204" pitchFamily="34" charset="-122"/>
                <a:ea typeface="微软雅黑" panose="020B0503020204020204" pitchFamily="34" charset="-122"/>
              </a:rPr>
              <a:t>图</a:t>
            </a:r>
            <a:r>
              <a:rPr lang="en-US" altLang="zh-CN" sz="1600" b="1" dirty="0">
                <a:latin typeface="微软雅黑" panose="020B0503020204020204" pitchFamily="34" charset="-122"/>
                <a:ea typeface="微软雅黑" panose="020B0503020204020204" pitchFamily="34" charset="-122"/>
              </a:rPr>
              <a:t>6 </a:t>
            </a:r>
            <a:r>
              <a:rPr lang="zh-CN" altLang="en-US" sz="1600" dirty="0">
                <a:latin typeface="微软雅黑" panose="020B0503020204020204" pitchFamily="34" charset="-122"/>
                <a:ea typeface="微软雅黑" panose="020B0503020204020204" pitchFamily="34" charset="-122"/>
              </a:rPr>
              <a:t>实践过程中程序运行全过程。其中，操作</a:t>
            </a:r>
            <a:r>
              <a:rPr lang="en-US" altLang="zh-CN" sz="1600" dirty="0">
                <a:latin typeface="微软雅黑" panose="020B0503020204020204" pitchFamily="34" charset="-122"/>
                <a:ea typeface="微软雅黑" panose="020B0503020204020204" pitchFamily="34" charset="-122"/>
              </a:rPr>
              <a:t>0</a:t>
            </a:r>
            <a:r>
              <a:rPr lang="zh-CN" altLang="en-US" sz="1600" dirty="0">
                <a:latin typeface="微软雅黑" panose="020B0503020204020204" pitchFamily="34" charset="-122"/>
                <a:ea typeface="微软雅黑" panose="020B0503020204020204" pitchFamily="34" charset="-122"/>
              </a:rPr>
              <a:t>为准备工作、操作</a:t>
            </a:r>
            <a:r>
              <a:rPr lang="en-US" altLang="zh-CN" sz="1600" dirty="0">
                <a:latin typeface="微软雅黑" panose="020B0503020204020204" pitchFamily="34" charset="-122"/>
                <a:ea typeface="微软雅黑" panose="020B0503020204020204" pitchFamily="34" charset="-122"/>
              </a:rPr>
              <a:t>1</a:t>
            </a:r>
            <a:r>
              <a:rPr lang="zh-CN" altLang="en-US" sz="1600" dirty="0">
                <a:latin typeface="微软雅黑" panose="020B0503020204020204" pitchFamily="34" charset="-122"/>
                <a:ea typeface="微软雅黑" panose="020B0503020204020204" pitchFamily="34" charset="-122"/>
              </a:rPr>
              <a:t>是初始划分、操作</a:t>
            </a:r>
            <a:r>
              <a:rPr lang="en-US" altLang="zh-CN" sz="1600" dirty="0">
                <a:latin typeface="微软雅黑" panose="020B0503020204020204" pitchFamily="34" charset="-122"/>
                <a:ea typeface="微软雅黑" panose="020B0503020204020204" pitchFamily="34" charset="-122"/>
              </a:rPr>
              <a:t>2</a:t>
            </a:r>
            <a:r>
              <a:rPr lang="zh-CN" altLang="en-US" sz="1600" dirty="0">
                <a:latin typeface="微软雅黑" panose="020B0503020204020204" pitchFamily="34" charset="-122"/>
                <a:ea typeface="微软雅黑" panose="020B0503020204020204" pitchFamily="34" charset="-122"/>
              </a:rPr>
              <a:t>是完善数据、操作</a:t>
            </a:r>
            <a:r>
              <a:rPr lang="en-US" altLang="zh-CN" sz="1600" dirty="0">
                <a:latin typeface="微软雅黑" panose="020B0503020204020204" pitchFamily="34" charset="-122"/>
                <a:ea typeface="微软雅黑" panose="020B0503020204020204" pitchFamily="34" charset="-122"/>
              </a:rPr>
              <a:t>3</a:t>
            </a:r>
            <a:r>
              <a:rPr lang="zh-CN" altLang="en-US" sz="1600" dirty="0">
                <a:latin typeface="微软雅黑" panose="020B0503020204020204" pitchFamily="34" charset="-122"/>
                <a:ea typeface="微软雅黑" panose="020B0503020204020204" pitchFamily="34" charset="-122"/>
              </a:rPr>
              <a:t>为计算指标、操作</a:t>
            </a:r>
            <a:r>
              <a:rPr lang="en-US" altLang="zh-CN" sz="1600" dirty="0">
                <a:latin typeface="微软雅黑" panose="020B0503020204020204" pitchFamily="34" charset="-122"/>
                <a:ea typeface="微软雅黑" panose="020B0503020204020204" pitchFamily="34" charset="-122"/>
              </a:rPr>
              <a:t>4</a:t>
            </a:r>
            <a:r>
              <a:rPr lang="zh-CN" altLang="en-US" sz="1600" dirty="0">
                <a:latin typeface="微软雅黑" panose="020B0503020204020204" pitchFamily="34" charset="-122"/>
                <a:ea typeface="微软雅黑" panose="020B0503020204020204" pitchFamily="34" charset="-122"/>
              </a:rPr>
              <a:t>为优化方案，操作</a:t>
            </a:r>
            <a:r>
              <a:rPr lang="en-US" altLang="zh-CN" sz="1600" dirty="0">
                <a:latin typeface="微软雅黑" panose="020B0503020204020204" pitchFamily="34" charset="-122"/>
                <a:ea typeface="微软雅黑" panose="020B0503020204020204" pitchFamily="34" charset="-122"/>
              </a:rPr>
              <a:t>5</a:t>
            </a:r>
            <a:r>
              <a:rPr lang="zh-CN" altLang="en-US" sz="1600" dirty="0">
                <a:latin typeface="微软雅黑" panose="020B0503020204020204" pitchFamily="34" charset="-122"/>
                <a:ea typeface="微软雅黑" panose="020B0503020204020204" pitchFamily="34" charset="-122"/>
              </a:rPr>
              <a:t>为退出程序。</a:t>
            </a:r>
          </a:p>
        </p:txBody>
      </p:sp>
    </p:spTree>
    <p:extLst>
      <p:ext uri="{BB962C8B-B14F-4D97-AF65-F5344CB8AC3E}">
        <p14:creationId xmlns:p14="http://schemas.microsoft.com/office/powerpoint/2010/main" val="201007803"/>
      </p:ext>
    </p:extLst>
  </p:cSld>
  <p:clrMapOvr>
    <a:masterClrMapping/>
  </p:clrMapOvr>
  <mc:AlternateContent xmlns:mc="http://schemas.openxmlformats.org/markup-compatibility/2006" xmlns:p14="http://schemas.microsoft.com/office/powerpoint/2010/main">
    <mc:Choice Requires="p14">
      <p:transition p14:dur="10" advTm="1260"/>
    </mc:Choice>
    <mc:Fallback xmlns="">
      <p:transition advTm="1260"/>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剪去单角 6">
            <a:extLst>
              <a:ext uri="{FF2B5EF4-FFF2-40B4-BE49-F238E27FC236}">
                <a16:creationId xmlns:a16="http://schemas.microsoft.com/office/drawing/2014/main" id="{090DC2B6-60A5-388B-0BEC-885EF4760BEF}"/>
              </a:ext>
            </a:extLst>
          </p:cNvPr>
          <p:cNvSpPr/>
          <p:nvPr/>
        </p:nvSpPr>
        <p:spPr>
          <a:xfrm>
            <a:off x="456510" y="363276"/>
            <a:ext cx="453697" cy="434666"/>
          </a:xfrm>
          <a:prstGeom prst="snip1Rect">
            <a:avLst/>
          </a:prstGeom>
          <a:solidFill>
            <a:srgbClr val="00AF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802295" rtl="0" eaLnBrk="1" latinLnBrk="0" hangingPunct="1">
              <a:defRPr sz="1600" kern="1200">
                <a:solidFill>
                  <a:schemeClr val="lt1"/>
                </a:solidFill>
                <a:latin typeface="+mn-lt"/>
                <a:ea typeface="+mn-ea"/>
                <a:cs typeface="+mn-cs"/>
              </a:defRPr>
            </a:lvl1pPr>
            <a:lvl2pPr marL="401147" algn="l" defTabSz="802295" rtl="0" eaLnBrk="1" latinLnBrk="0" hangingPunct="1">
              <a:defRPr sz="1600" kern="1200">
                <a:solidFill>
                  <a:schemeClr val="lt1"/>
                </a:solidFill>
                <a:latin typeface="+mn-lt"/>
                <a:ea typeface="+mn-ea"/>
                <a:cs typeface="+mn-cs"/>
              </a:defRPr>
            </a:lvl2pPr>
            <a:lvl3pPr marL="802295" algn="l" defTabSz="802295" rtl="0" eaLnBrk="1" latinLnBrk="0" hangingPunct="1">
              <a:defRPr sz="1600" kern="1200">
                <a:solidFill>
                  <a:schemeClr val="lt1"/>
                </a:solidFill>
                <a:latin typeface="+mn-lt"/>
                <a:ea typeface="+mn-ea"/>
                <a:cs typeface="+mn-cs"/>
              </a:defRPr>
            </a:lvl3pPr>
            <a:lvl4pPr marL="1203442" algn="l" defTabSz="802295" rtl="0" eaLnBrk="1" latinLnBrk="0" hangingPunct="1">
              <a:defRPr sz="1600" kern="1200">
                <a:solidFill>
                  <a:schemeClr val="lt1"/>
                </a:solidFill>
                <a:latin typeface="+mn-lt"/>
                <a:ea typeface="+mn-ea"/>
                <a:cs typeface="+mn-cs"/>
              </a:defRPr>
            </a:lvl4pPr>
            <a:lvl5pPr marL="1604589" algn="l" defTabSz="802295" rtl="0" eaLnBrk="1" latinLnBrk="0" hangingPunct="1">
              <a:defRPr sz="1600" kern="1200">
                <a:solidFill>
                  <a:schemeClr val="lt1"/>
                </a:solidFill>
                <a:latin typeface="+mn-lt"/>
                <a:ea typeface="+mn-ea"/>
                <a:cs typeface="+mn-cs"/>
              </a:defRPr>
            </a:lvl5pPr>
            <a:lvl6pPr marL="2005736" algn="l" defTabSz="802295" rtl="0" eaLnBrk="1" latinLnBrk="0" hangingPunct="1">
              <a:defRPr sz="1600" kern="1200">
                <a:solidFill>
                  <a:schemeClr val="lt1"/>
                </a:solidFill>
                <a:latin typeface="+mn-lt"/>
                <a:ea typeface="+mn-ea"/>
                <a:cs typeface="+mn-cs"/>
              </a:defRPr>
            </a:lvl6pPr>
            <a:lvl7pPr marL="2406884" algn="l" defTabSz="802295" rtl="0" eaLnBrk="1" latinLnBrk="0" hangingPunct="1">
              <a:defRPr sz="1600" kern="1200">
                <a:solidFill>
                  <a:schemeClr val="lt1"/>
                </a:solidFill>
                <a:latin typeface="+mn-lt"/>
                <a:ea typeface="+mn-ea"/>
                <a:cs typeface="+mn-cs"/>
              </a:defRPr>
            </a:lvl7pPr>
            <a:lvl8pPr marL="2808031" algn="l" defTabSz="802295" rtl="0" eaLnBrk="1" latinLnBrk="0" hangingPunct="1">
              <a:defRPr sz="1600" kern="1200">
                <a:solidFill>
                  <a:schemeClr val="lt1"/>
                </a:solidFill>
                <a:latin typeface="+mn-lt"/>
                <a:ea typeface="+mn-ea"/>
                <a:cs typeface="+mn-cs"/>
              </a:defRPr>
            </a:lvl8pPr>
            <a:lvl9pPr marL="3209178" algn="l" defTabSz="802295" rtl="0" eaLnBrk="1" latinLnBrk="0" hangingPunct="1">
              <a:defRPr sz="1600" kern="1200">
                <a:solidFill>
                  <a:schemeClr val="lt1"/>
                </a:solidFill>
                <a:latin typeface="+mn-lt"/>
                <a:ea typeface="+mn-ea"/>
                <a:cs typeface="+mn-cs"/>
              </a:defRPr>
            </a:lvl9pPr>
          </a:lstStyle>
          <a:p>
            <a:pPr algn="ctr"/>
            <a:endParaRPr lang="zh-CN" altLang="en-US"/>
          </a:p>
        </p:txBody>
      </p:sp>
      <p:sp>
        <p:nvSpPr>
          <p:cNvPr id="8" name="矩形: 剪去单角 7">
            <a:extLst>
              <a:ext uri="{FF2B5EF4-FFF2-40B4-BE49-F238E27FC236}">
                <a16:creationId xmlns:a16="http://schemas.microsoft.com/office/drawing/2014/main" id="{7C49A1BE-A0E7-7AF3-F4A0-69B94FF892C6}"/>
              </a:ext>
            </a:extLst>
          </p:cNvPr>
          <p:cNvSpPr/>
          <p:nvPr/>
        </p:nvSpPr>
        <p:spPr>
          <a:xfrm>
            <a:off x="384502" y="435284"/>
            <a:ext cx="453697" cy="434666"/>
          </a:xfrm>
          <a:prstGeom prst="snip1Rect">
            <a:avLst/>
          </a:prstGeom>
          <a:solidFill>
            <a:srgbClr val="005EA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802295" rtl="0" eaLnBrk="1" latinLnBrk="0" hangingPunct="1">
              <a:defRPr sz="1600" kern="1200">
                <a:solidFill>
                  <a:schemeClr val="lt1"/>
                </a:solidFill>
                <a:latin typeface="+mn-lt"/>
                <a:ea typeface="+mn-ea"/>
                <a:cs typeface="+mn-cs"/>
              </a:defRPr>
            </a:lvl1pPr>
            <a:lvl2pPr marL="401147" algn="l" defTabSz="802295" rtl="0" eaLnBrk="1" latinLnBrk="0" hangingPunct="1">
              <a:defRPr sz="1600" kern="1200">
                <a:solidFill>
                  <a:schemeClr val="lt1"/>
                </a:solidFill>
                <a:latin typeface="+mn-lt"/>
                <a:ea typeface="+mn-ea"/>
                <a:cs typeface="+mn-cs"/>
              </a:defRPr>
            </a:lvl2pPr>
            <a:lvl3pPr marL="802295" algn="l" defTabSz="802295" rtl="0" eaLnBrk="1" latinLnBrk="0" hangingPunct="1">
              <a:defRPr sz="1600" kern="1200">
                <a:solidFill>
                  <a:schemeClr val="lt1"/>
                </a:solidFill>
                <a:latin typeface="+mn-lt"/>
                <a:ea typeface="+mn-ea"/>
                <a:cs typeface="+mn-cs"/>
              </a:defRPr>
            </a:lvl3pPr>
            <a:lvl4pPr marL="1203442" algn="l" defTabSz="802295" rtl="0" eaLnBrk="1" latinLnBrk="0" hangingPunct="1">
              <a:defRPr sz="1600" kern="1200">
                <a:solidFill>
                  <a:schemeClr val="lt1"/>
                </a:solidFill>
                <a:latin typeface="+mn-lt"/>
                <a:ea typeface="+mn-ea"/>
                <a:cs typeface="+mn-cs"/>
              </a:defRPr>
            </a:lvl4pPr>
            <a:lvl5pPr marL="1604589" algn="l" defTabSz="802295" rtl="0" eaLnBrk="1" latinLnBrk="0" hangingPunct="1">
              <a:defRPr sz="1600" kern="1200">
                <a:solidFill>
                  <a:schemeClr val="lt1"/>
                </a:solidFill>
                <a:latin typeface="+mn-lt"/>
                <a:ea typeface="+mn-ea"/>
                <a:cs typeface="+mn-cs"/>
              </a:defRPr>
            </a:lvl5pPr>
            <a:lvl6pPr marL="2005736" algn="l" defTabSz="802295" rtl="0" eaLnBrk="1" latinLnBrk="0" hangingPunct="1">
              <a:defRPr sz="1600" kern="1200">
                <a:solidFill>
                  <a:schemeClr val="lt1"/>
                </a:solidFill>
                <a:latin typeface="+mn-lt"/>
                <a:ea typeface="+mn-ea"/>
                <a:cs typeface="+mn-cs"/>
              </a:defRPr>
            </a:lvl6pPr>
            <a:lvl7pPr marL="2406884" algn="l" defTabSz="802295" rtl="0" eaLnBrk="1" latinLnBrk="0" hangingPunct="1">
              <a:defRPr sz="1600" kern="1200">
                <a:solidFill>
                  <a:schemeClr val="lt1"/>
                </a:solidFill>
                <a:latin typeface="+mn-lt"/>
                <a:ea typeface="+mn-ea"/>
                <a:cs typeface="+mn-cs"/>
              </a:defRPr>
            </a:lvl7pPr>
            <a:lvl8pPr marL="2808031" algn="l" defTabSz="802295" rtl="0" eaLnBrk="1" latinLnBrk="0" hangingPunct="1">
              <a:defRPr sz="1600" kern="1200">
                <a:solidFill>
                  <a:schemeClr val="lt1"/>
                </a:solidFill>
                <a:latin typeface="+mn-lt"/>
                <a:ea typeface="+mn-ea"/>
                <a:cs typeface="+mn-cs"/>
              </a:defRPr>
            </a:lvl8pPr>
            <a:lvl9pPr marL="3209178" algn="l" defTabSz="802295" rtl="0" eaLnBrk="1" latinLnBrk="0" hangingPunct="1">
              <a:defRPr sz="1600" kern="1200">
                <a:solidFill>
                  <a:schemeClr val="lt1"/>
                </a:solidFill>
                <a:latin typeface="+mn-lt"/>
                <a:ea typeface="+mn-ea"/>
                <a:cs typeface="+mn-cs"/>
              </a:defRPr>
            </a:lvl9pPr>
          </a:lstStyle>
          <a:p>
            <a:pPr algn="ctr"/>
            <a:endParaRPr lang="en-US" altLang="zh-CN" sz="4000" dirty="0">
              <a:latin typeface="方正兰亭准黑_GBK" panose="02000000000000000000" pitchFamily="2" charset="-122"/>
              <a:ea typeface="方正兰亭准黑_GBK" panose="02000000000000000000" pitchFamily="2" charset="-122"/>
            </a:endParaRPr>
          </a:p>
        </p:txBody>
      </p:sp>
      <p:sp>
        <p:nvSpPr>
          <p:cNvPr id="9" name="文本框 8">
            <a:extLst>
              <a:ext uri="{FF2B5EF4-FFF2-40B4-BE49-F238E27FC236}">
                <a16:creationId xmlns:a16="http://schemas.microsoft.com/office/drawing/2014/main" id="{B1AF1609-1A2E-42F7-1CDB-A412B6C665CA}"/>
              </a:ext>
            </a:extLst>
          </p:cNvPr>
          <p:cNvSpPr txBox="1"/>
          <p:nvPr/>
        </p:nvSpPr>
        <p:spPr>
          <a:xfrm>
            <a:off x="982215" y="422115"/>
            <a:ext cx="2809298" cy="375827"/>
          </a:xfrm>
          <a:prstGeom prst="rect">
            <a:avLst/>
          </a:prstGeom>
          <a:noFill/>
        </p:spPr>
        <p:txBody>
          <a:bodyPr wrap="square" lIns="67391" tIns="33696" rIns="67391" bIns="33696" rtlCol="0">
            <a:spAutoFit/>
          </a:bodyPr>
          <a:lstStyle>
            <a:defPPr>
              <a:defRPr lang="zh-CN"/>
            </a:defPPr>
            <a:lvl1pPr marL="0" algn="l" defTabSz="802295" rtl="0" eaLnBrk="1" latinLnBrk="0" hangingPunct="1">
              <a:defRPr sz="1600" kern="1200">
                <a:solidFill>
                  <a:schemeClr val="tx1"/>
                </a:solidFill>
                <a:latin typeface="+mn-lt"/>
                <a:ea typeface="+mn-ea"/>
                <a:cs typeface="+mn-cs"/>
              </a:defRPr>
            </a:lvl1pPr>
            <a:lvl2pPr marL="401147" algn="l" defTabSz="802295" rtl="0" eaLnBrk="1" latinLnBrk="0" hangingPunct="1">
              <a:defRPr sz="1600" kern="1200">
                <a:solidFill>
                  <a:schemeClr val="tx1"/>
                </a:solidFill>
                <a:latin typeface="+mn-lt"/>
                <a:ea typeface="+mn-ea"/>
                <a:cs typeface="+mn-cs"/>
              </a:defRPr>
            </a:lvl2pPr>
            <a:lvl3pPr marL="802295" algn="l" defTabSz="802295" rtl="0" eaLnBrk="1" latinLnBrk="0" hangingPunct="1">
              <a:defRPr sz="1600" kern="1200">
                <a:solidFill>
                  <a:schemeClr val="tx1"/>
                </a:solidFill>
                <a:latin typeface="+mn-lt"/>
                <a:ea typeface="+mn-ea"/>
                <a:cs typeface="+mn-cs"/>
              </a:defRPr>
            </a:lvl3pPr>
            <a:lvl4pPr marL="1203442" algn="l" defTabSz="802295" rtl="0" eaLnBrk="1" latinLnBrk="0" hangingPunct="1">
              <a:defRPr sz="1600" kern="1200">
                <a:solidFill>
                  <a:schemeClr val="tx1"/>
                </a:solidFill>
                <a:latin typeface="+mn-lt"/>
                <a:ea typeface="+mn-ea"/>
                <a:cs typeface="+mn-cs"/>
              </a:defRPr>
            </a:lvl4pPr>
            <a:lvl5pPr marL="1604589" algn="l" defTabSz="802295" rtl="0" eaLnBrk="1" latinLnBrk="0" hangingPunct="1">
              <a:defRPr sz="1600" kern="1200">
                <a:solidFill>
                  <a:schemeClr val="tx1"/>
                </a:solidFill>
                <a:latin typeface="+mn-lt"/>
                <a:ea typeface="+mn-ea"/>
                <a:cs typeface="+mn-cs"/>
              </a:defRPr>
            </a:lvl5pPr>
            <a:lvl6pPr marL="2005736" algn="l" defTabSz="802295" rtl="0" eaLnBrk="1" latinLnBrk="0" hangingPunct="1">
              <a:defRPr sz="1600" kern="1200">
                <a:solidFill>
                  <a:schemeClr val="tx1"/>
                </a:solidFill>
                <a:latin typeface="+mn-lt"/>
                <a:ea typeface="+mn-ea"/>
                <a:cs typeface="+mn-cs"/>
              </a:defRPr>
            </a:lvl6pPr>
            <a:lvl7pPr marL="2406884" algn="l" defTabSz="802295" rtl="0" eaLnBrk="1" latinLnBrk="0" hangingPunct="1">
              <a:defRPr sz="1600" kern="1200">
                <a:solidFill>
                  <a:schemeClr val="tx1"/>
                </a:solidFill>
                <a:latin typeface="+mn-lt"/>
                <a:ea typeface="+mn-ea"/>
                <a:cs typeface="+mn-cs"/>
              </a:defRPr>
            </a:lvl7pPr>
            <a:lvl8pPr marL="2808031" algn="l" defTabSz="802295" rtl="0" eaLnBrk="1" latinLnBrk="0" hangingPunct="1">
              <a:defRPr sz="1600" kern="1200">
                <a:solidFill>
                  <a:schemeClr val="tx1"/>
                </a:solidFill>
                <a:latin typeface="+mn-lt"/>
                <a:ea typeface="+mn-ea"/>
                <a:cs typeface="+mn-cs"/>
              </a:defRPr>
            </a:lvl8pPr>
            <a:lvl9pPr marL="3209178" algn="l" defTabSz="802295" rtl="0" eaLnBrk="1" latinLnBrk="0" hangingPunct="1">
              <a:defRPr sz="1600" kern="1200">
                <a:solidFill>
                  <a:schemeClr val="tx1"/>
                </a:solidFill>
                <a:latin typeface="+mn-lt"/>
                <a:ea typeface="+mn-ea"/>
                <a:cs typeface="+mn-cs"/>
              </a:defRPr>
            </a:lvl9pPr>
          </a:lstStyle>
          <a:p>
            <a:r>
              <a:rPr lang="en-US" altLang="zh-CN" sz="2000" dirty="0">
                <a:solidFill>
                  <a:srgbClr val="2D5593"/>
                </a:solidFill>
                <a:latin typeface="微软雅黑" panose="020B0503020204020204" pitchFamily="34" charset="-122"/>
                <a:ea typeface="微软雅黑" panose="020B0503020204020204" pitchFamily="34" charset="-122"/>
              </a:rPr>
              <a:t>3.2</a:t>
            </a:r>
            <a:r>
              <a:rPr lang="zh-CN" altLang="en-US" sz="2000" dirty="0">
                <a:solidFill>
                  <a:srgbClr val="2D5593"/>
                </a:solidFill>
                <a:latin typeface="微软雅黑" panose="020B0503020204020204" pitchFamily="34" charset="-122"/>
                <a:ea typeface="微软雅黑" panose="020B0503020204020204" pitchFamily="34" charset="-122"/>
              </a:rPr>
              <a:t> 实践过程</a:t>
            </a:r>
            <a:endParaRPr lang="en-US" altLang="zh-CN" sz="2000" dirty="0">
              <a:solidFill>
                <a:srgbClr val="2D5593"/>
              </a:solidFill>
              <a:latin typeface="微软雅黑" panose="020B0503020204020204" pitchFamily="34" charset="-122"/>
              <a:ea typeface="微软雅黑" panose="020B0503020204020204" pitchFamily="34" charset="-122"/>
            </a:endParaRPr>
          </a:p>
        </p:txBody>
      </p:sp>
      <p:sp>
        <p:nvSpPr>
          <p:cNvPr id="2" name="文本框 1">
            <a:extLst>
              <a:ext uri="{FF2B5EF4-FFF2-40B4-BE49-F238E27FC236}">
                <a16:creationId xmlns:a16="http://schemas.microsoft.com/office/drawing/2014/main" id="{79755B0D-3723-F951-BDC6-84C1D1FB7673}"/>
              </a:ext>
            </a:extLst>
          </p:cNvPr>
          <p:cNvSpPr txBox="1"/>
          <p:nvPr/>
        </p:nvSpPr>
        <p:spPr>
          <a:xfrm>
            <a:off x="11542815" y="6270171"/>
            <a:ext cx="433449" cy="369332"/>
          </a:xfrm>
          <a:prstGeom prst="rect">
            <a:avLst/>
          </a:prstGeom>
          <a:noFill/>
        </p:spPr>
        <p:txBody>
          <a:bodyPr wrap="square" rtlCol="0">
            <a:spAutoFit/>
          </a:bodyPr>
          <a:lstStyle/>
          <a:p>
            <a:r>
              <a:rPr lang="en-US" altLang="zh-CN" dirty="0"/>
              <a:t>16</a:t>
            </a:r>
            <a:endParaRPr lang="zh-CN" altLang="en-US" dirty="0"/>
          </a:p>
        </p:txBody>
      </p:sp>
      <p:sp>
        <p:nvSpPr>
          <p:cNvPr id="3" name="文本框 2">
            <a:extLst>
              <a:ext uri="{FF2B5EF4-FFF2-40B4-BE49-F238E27FC236}">
                <a16:creationId xmlns:a16="http://schemas.microsoft.com/office/drawing/2014/main" id="{37ECC122-CC0D-6B13-33C6-10AE33DAF12C}"/>
              </a:ext>
            </a:extLst>
          </p:cNvPr>
          <p:cNvSpPr txBox="1"/>
          <p:nvPr/>
        </p:nvSpPr>
        <p:spPr>
          <a:xfrm>
            <a:off x="1609725" y="869950"/>
            <a:ext cx="8972550" cy="417358"/>
          </a:xfrm>
          <a:prstGeom prst="rect">
            <a:avLst/>
          </a:prstGeom>
          <a:noFill/>
        </p:spPr>
        <p:txBody>
          <a:bodyPr wrap="square" rtlCol="0">
            <a:spAutoFit/>
          </a:bodyPr>
          <a:lstStyle/>
          <a:p>
            <a:pPr indent="279400">
              <a:lnSpc>
                <a:spcPct val="130000"/>
              </a:lnSpc>
            </a:pPr>
            <a:r>
              <a:rPr lang="zh-CN" altLang="en-US"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经过准备工作和初始划分后，初始划分方案的相关结果如下图</a:t>
            </a:r>
            <a:r>
              <a:rPr lang="en-US" altLang="zh-CN"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7</a:t>
            </a:r>
            <a:r>
              <a:rPr lang="zh-CN" altLang="en-US"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与表</a:t>
            </a:r>
            <a:r>
              <a:rPr lang="en-US" altLang="zh-CN"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2</a:t>
            </a:r>
            <a:r>
              <a:rPr lang="zh-CN" altLang="en-US"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、表</a:t>
            </a:r>
            <a:r>
              <a:rPr lang="en-US" altLang="zh-CN"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3</a:t>
            </a:r>
            <a:r>
              <a:rPr lang="zh-CN" altLang="en-US"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所示。</a:t>
            </a:r>
            <a:endParaRPr lang="zh-CN" altLang="zh-CN"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4" name="图片 3">
            <a:extLst>
              <a:ext uri="{FF2B5EF4-FFF2-40B4-BE49-F238E27FC236}">
                <a16:creationId xmlns:a16="http://schemas.microsoft.com/office/drawing/2014/main" id="{4534467E-05F6-C019-1F43-70C3EED6C5C9}"/>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33091" r="64119" b="58927"/>
          <a:stretch/>
        </p:blipFill>
        <p:spPr bwMode="auto">
          <a:xfrm>
            <a:off x="3462972" y="1592397"/>
            <a:ext cx="5266055" cy="659130"/>
          </a:xfrm>
          <a:prstGeom prst="rect">
            <a:avLst/>
          </a:prstGeom>
          <a:ln>
            <a:noFill/>
          </a:ln>
          <a:extLst>
            <a:ext uri="{53640926-AAD7-44D8-BBD7-CCE9431645EC}">
              <a14:shadowObscured xmlns:a14="http://schemas.microsoft.com/office/drawing/2010/main"/>
            </a:ext>
          </a:extLst>
        </p:spPr>
      </p:pic>
      <p:pic>
        <p:nvPicPr>
          <p:cNvPr id="6" name="图片 5">
            <a:extLst>
              <a:ext uri="{FF2B5EF4-FFF2-40B4-BE49-F238E27FC236}">
                <a16:creationId xmlns:a16="http://schemas.microsoft.com/office/drawing/2014/main" id="{7BFDEF71-0799-4231-C4F7-5CD9465A778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4502" y="3297057"/>
            <a:ext cx="5571624" cy="1534776"/>
          </a:xfrm>
          <a:prstGeom prst="rect">
            <a:avLst/>
          </a:prstGeom>
        </p:spPr>
      </p:pic>
      <p:pic>
        <p:nvPicPr>
          <p:cNvPr id="11" name="图片 10">
            <a:extLst>
              <a:ext uri="{FF2B5EF4-FFF2-40B4-BE49-F238E27FC236}">
                <a16:creationId xmlns:a16="http://schemas.microsoft.com/office/drawing/2014/main" id="{A605CC7D-47B3-E24E-851C-DEAFEA86467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374125" y="3429000"/>
            <a:ext cx="5168690" cy="1270890"/>
          </a:xfrm>
          <a:prstGeom prst="rect">
            <a:avLst/>
          </a:prstGeom>
        </p:spPr>
      </p:pic>
      <p:sp>
        <p:nvSpPr>
          <p:cNvPr id="5" name="文本框 4">
            <a:extLst>
              <a:ext uri="{FF2B5EF4-FFF2-40B4-BE49-F238E27FC236}">
                <a16:creationId xmlns:a16="http://schemas.microsoft.com/office/drawing/2014/main" id="{D2EDD88D-67B7-5246-C349-F8A3A0353B53}"/>
              </a:ext>
            </a:extLst>
          </p:cNvPr>
          <p:cNvSpPr txBox="1"/>
          <p:nvPr/>
        </p:nvSpPr>
        <p:spPr>
          <a:xfrm>
            <a:off x="3462972" y="2251527"/>
            <a:ext cx="5168690" cy="584775"/>
          </a:xfrm>
          <a:prstGeom prst="rect">
            <a:avLst/>
          </a:prstGeom>
          <a:noFill/>
        </p:spPr>
        <p:txBody>
          <a:bodyPr wrap="square" rtlCol="0">
            <a:spAutoFit/>
          </a:bodyPr>
          <a:lstStyle/>
          <a:p>
            <a:r>
              <a:rPr lang="zh-CN" altLang="en-US" sz="1600" b="1" dirty="0">
                <a:latin typeface="微软雅黑" panose="020B0503020204020204" pitchFamily="34" charset="-122"/>
                <a:ea typeface="微软雅黑" panose="020B0503020204020204" pitchFamily="34" charset="-122"/>
              </a:rPr>
              <a:t>图</a:t>
            </a:r>
            <a:r>
              <a:rPr lang="en-US" altLang="zh-CN" sz="1600" b="1" dirty="0">
                <a:latin typeface="微软雅黑" panose="020B0503020204020204" pitchFamily="34" charset="-122"/>
                <a:ea typeface="微软雅黑" panose="020B0503020204020204" pitchFamily="34" charset="-122"/>
              </a:rPr>
              <a:t>7 </a:t>
            </a:r>
            <a:r>
              <a:rPr lang="zh-CN" altLang="en-US" sz="1600" dirty="0">
                <a:latin typeface="微软雅黑" panose="020B0503020204020204" pitchFamily="34" charset="-122"/>
                <a:ea typeface="微软雅黑" panose="020B0503020204020204" pitchFamily="34" charset="-122"/>
              </a:rPr>
              <a:t>初始划分方案的</a:t>
            </a:r>
            <a:r>
              <a:rPr lang="zh-CN" altLang="en-US" sz="16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各个芯片内部资源利用率的差异为</a:t>
            </a:r>
            <a:r>
              <a:rPr lang="en-US" altLang="zh-CN" sz="16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0.36%</a:t>
            </a:r>
            <a:r>
              <a:rPr lang="zh-CN" altLang="en-US" sz="16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；各个芯片之间的物理连线为</a:t>
            </a:r>
            <a:r>
              <a:rPr lang="en-US" altLang="zh-CN" sz="16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660</a:t>
            </a:r>
            <a:r>
              <a:rPr lang="zh-CN" altLang="en-US" sz="16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条。</a:t>
            </a:r>
            <a:endParaRPr lang="zh-CN" altLang="en-US" sz="1600" dirty="0">
              <a:latin typeface="微软雅黑" panose="020B0503020204020204" pitchFamily="34" charset="-122"/>
              <a:ea typeface="微软雅黑" panose="020B0503020204020204" pitchFamily="34" charset="-122"/>
            </a:endParaRPr>
          </a:p>
        </p:txBody>
      </p:sp>
      <p:sp>
        <p:nvSpPr>
          <p:cNvPr id="10" name="文本框 9">
            <a:extLst>
              <a:ext uri="{FF2B5EF4-FFF2-40B4-BE49-F238E27FC236}">
                <a16:creationId xmlns:a16="http://schemas.microsoft.com/office/drawing/2014/main" id="{8CD07297-7DAA-E416-99B4-6E142BED2E42}"/>
              </a:ext>
            </a:extLst>
          </p:cNvPr>
          <p:cNvSpPr txBox="1"/>
          <p:nvPr/>
        </p:nvSpPr>
        <p:spPr>
          <a:xfrm>
            <a:off x="456509" y="4831833"/>
            <a:ext cx="5362399" cy="338554"/>
          </a:xfrm>
          <a:prstGeom prst="rect">
            <a:avLst/>
          </a:prstGeom>
          <a:noFill/>
        </p:spPr>
        <p:txBody>
          <a:bodyPr wrap="square" rtlCol="0">
            <a:spAutoFit/>
          </a:bodyPr>
          <a:lstStyle/>
          <a:p>
            <a:pPr algn="ctr"/>
            <a:r>
              <a:rPr lang="zh-CN" altLang="en-US" sz="1600" b="1" dirty="0">
                <a:latin typeface="微软雅黑" panose="020B0503020204020204" pitchFamily="34" charset="-122"/>
                <a:ea typeface="微软雅黑" panose="020B0503020204020204" pitchFamily="34" charset="-122"/>
              </a:rPr>
              <a:t>表</a:t>
            </a:r>
            <a:r>
              <a:rPr lang="en-US" altLang="zh-CN" sz="1600" b="1" dirty="0">
                <a:latin typeface="微软雅黑" panose="020B0503020204020204" pitchFamily="34" charset="-122"/>
                <a:ea typeface="微软雅黑" panose="020B0503020204020204" pitchFamily="34" charset="-122"/>
              </a:rPr>
              <a:t>2 </a:t>
            </a:r>
            <a:r>
              <a:rPr lang="zh-CN" altLang="en-US" sz="1600" dirty="0">
                <a:latin typeface="微软雅黑" panose="020B0503020204020204" pitchFamily="34" charset="-122"/>
                <a:ea typeface="微软雅黑" panose="020B0503020204020204" pitchFamily="34" charset="-122"/>
              </a:rPr>
              <a:t>初始划分方案的</a:t>
            </a:r>
            <a:r>
              <a:rPr lang="zh-CN" altLang="en-US" sz="16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各个芯片内部资源利用情况</a:t>
            </a:r>
            <a:endParaRPr lang="zh-CN" altLang="en-US" sz="1600" dirty="0">
              <a:latin typeface="微软雅黑" panose="020B0503020204020204" pitchFamily="34" charset="-122"/>
              <a:ea typeface="微软雅黑" panose="020B0503020204020204" pitchFamily="34" charset="-122"/>
            </a:endParaRPr>
          </a:p>
        </p:txBody>
      </p:sp>
      <p:sp>
        <p:nvSpPr>
          <p:cNvPr id="12" name="文本框 11">
            <a:extLst>
              <a:ext uri="{FF2B5EF4-FFF2-40B4-BE49-F238E27FC236}">
                <a16:creationId xmlns:a16="http://schemas.microsoft.com/office/drawing/2014/main" id="{4E1B56AC-2718-53C7-227F-9F7AB66D8775}"/>
              </a:ext>
            </a:extLst>
          </p:cNvPr>
          <p:cNvSpPr txBox="1"/>
          <p:nvPr/>
        </p:nvSpPr>
        <p:spPr>
          <a:xfrm>
            <a:off x="6180416" y="4831833"/>
            <a:ext cx="5362399" cy="338554"/>
          </a:xfrm>
          <a:prstGeom prst="rect">
            <a:avLst/>
          </a:prstGeom>
          <a:noFill/>
        </p:spPr>
        <p:txBody>
          <a:bodyPr wrap="square" rtlCol="0">
            <a:spAutoFit/>
          </a:bodyPr>
          <a:lstStyle/>
          <a:p>
            <a:pPr algn="ctr"/>
            <a:r>
              <a:rPr lang="zh-CN" altLang="en-US" sz="1600" b="1" dirty="0">
                <a:latin typeface="微软雅黑" panose="020B0503020204020204" pitchFamily="34" charset="-122"/>
                <a:ea typeface="微软雅黑" panose="020B0503020204020204" pitchFamily="34" charset="-122"/>
              </a:rPr>
              <a:t>表</a:t>
            </a:r>
            <a:r>
              <a:rPr lang="en-US" altLang="zh-CN" sz="1600" b="1" dirty="0">
                <a:latin typeface="微软雅黑" panose="020B0503020204020204" pitchFamily="34" charset="-122"/>
                <a:ea typeface="微软雅黑" panose="020B0503020204020204" pitchFamily="34" charset="-122"/>
              </a:rPr>
              <a:t>3 </a:t>
            </a:r>
            <a:r>
              <a:rPr lang="zh-CN" altLang="en-US" sz="1600" dirty="0">
                <a:latin typeface="微软雅黑" panose="020B0503020204020204" pitchFamily="34" charset="-122"/>
                <a:ea typeface="微软雅黑" panose="020B0503020204020204" pitchFamily="34" charset="-122"/>
              </a:rPr>
              <a:t>初始划分方案的</a:t>
            </a:r>
            <a:r>
              <a:rPr lang="zh-CN" altLang="en-US" sz="16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各个芯片内部资源利用率</a:t>
            </a:r>
            <a:endParaRPr lang="zh-CN" altLang="en-US" sz="16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934364532"/>
      </p:ext>
    </p:extLst>
  </p:cSld>
  <p:clrMapOvr>
    <a:masterClrMapping/>
  </p:clrMapOvr>
  <mc:AlternateContent xmlns:mc="http://schemas.openxmlformats.org/markup-compatibility/2006" xmlns:p14="http://schemas.microsoft.com/office/powerpoint/2010/main">
    <mc:Choice Requires="p14">
      <p:transition p14:dur="10" advTm="1260"/>
    </mc:Choice>
    <mc:Fallback xmlns="">
      <p:transition advTm="1260"/>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剪去单角 6">
            <a:extLst>
              <a:ext uri="{FF2B5EF4-FFF2-40B4-BE49-F238E27FC236}">
                <a16:creationId xmlns:a16="http://schemas.microsoft.com/office/drawing/2014/main" id="{090DC2B6-60A5-388B-0BEC-885EF4760BEF}"/>
              </a:ext>
            </a:extLst>
          </p:cNvPr>
          <p:cNvSpPr/>
          <p:nvPr/>
        </p:nvSpPr>
        <p:spPr>
          <a:xfrm>
            <a:off x="456510" y="363276"/>
            <a:ext cx="453697" cy="434666"/>
          </a:xfrm>
          <a:prstGeom prst="snip1Rect">
            <a:avLst/>
          </a:prstGeom>
          <a:solidFill>
            <a:srgbClr val="00AF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802295" rtl="0" eaLnBrk="1" latinLnBrk="0" hangingPunct="1">
              <a:defRPr sz="1600" kern="1200">
                <a:solidFill>
                  <a:schemeClr val="lt1"/>
                </a:solidFill>
                <a:latin typeface="+mn-lt"/>
                <a:ea typeface="+mn-ea"/>
                <a:cs typeface="+mn-cs"/>
              </a:defRPr>
            </a:lvl1pPr>
            <a:lvl2pPr marL="401147" algn="l" defTabSz="802295" rtl="0" eaLnBrk="1" latinLnBrk="0" hangingPunct="1">
              <a:defRPr sz="1600" kern="1200">
                <a:solidFill>
                  <a:schemeClr val="lt1"/>
                </a:solidFill>
                <a:latin typeface="+mn-lt"/>
                <a:ea typeface="+mn-ea"/>
                <a:cs typeface="+mn-cs"/>
              </a:defRPr>
            </a:lvl2pPr>
            <a:lvl3pPr marL="802295" algn="l" defTabSz="802295" rtl="0" eaLnBrk="1" latinLnBrk="0" hangingPunct="1">
              <a:defRPr sz="1600" kern="1200">
                <a:solidFill>
                  <a:schemeClr val="lt1"/>
                </a:solidFill>
                <a:latin typeface="+mn-lt"/>
                <a:ea typeface="+mn-ea"/>
                <a:cs typeface="+mn-cs"/>
              </a:defRPr>
            </a:lvl3pPr>
            <a:lvl4pPr marL="1203442" algn="l" defTabSz="802295" rtl="0" eaLnBrk="1" latinLnBrk="0" hangingPunct="1">
              <a:defRPr sz="1600" kern="1200">
                <a:solidFill>
                  <a:schemeClr val="lt1"/>
                </a:solidFill>
                <a:latin typeface="+mn-lt"/>
                <a:ea typeface="+mn-ea"/>
                <a:cs typeface="+mn-cs"/>
              </a:defRPr>
            </a:lvl4pPr>
            <a:lvl5pPr marL="1604589" algn="l" defTabSz="802295" rtl="0" eaLnBrk="1" latinLnBrk="0" hangingPunct="1">
              <a:defRPr sz="1600" kern="1200">
                <a:solidFill>
                  <a:schemeClr val="lt1"/>
                </a:solidFill>
                <a:latin typeface="+mn-lt"/>
                <a:ea typeface="+mn-ea"/>
                <a:cs typeface="+mn-cs"/>
              </a:defRPr>
            </a:lvl5pPr>
            <a:lvl6pPr marL="2005736" algn="l" defTabSz="802295" rtl="0" eaLnBrk="1" latinLnBrk="0" hangingPunct="1">
              <a:defRPr sz="1600" kern="1200">
                <a:solidFill>
                  <a:schemeClr val="lt1"/>
                </a:solidFill>
                <a:latin typeface="+mn-lt"/>
                <a:ea typeface="+mn-ea"/>
                <a:cs typeface="+mn-cs"/>
              </a:defRPr>
            </a:lvl6pPr>
            <a:lvl7pPr marL="2406884" algn="l" defTabSz="802295" rtl="0" eaLnBrk="1" latinLnBrk="0" hangingPunct="1">
              <a:defRPr sz="1600" kern="1200">
                <a:solidFill>
                  <a:schemeClr val="lt1"/>
                </a:solidFill>
                <a:latin typeface="+mn-lt"/>
                <a:ea typeface="+mn-ea"/>
                <a:cs typeface="+mn-cs"/>
              </a:defRPr>
            </a:lvl7pPr>
            <a:lvl8pPr marL="2808031" algn="l" defTabSz="802295" rtl="0" eaLnBrk="1" latinLnBrk="0" hangingPunct="1">
              <a:defRPr sz="1600" kern="1200">
                <a:solidFill>
                  <a:schemeClr val="lt1"/>
                </a:solidFill>
                <a:latin typeface="+mn-lt"/>
                <a:ea typeface="+mn-ea"/>
                <a:cs typeface="+mn-cs"/>
              </a:defRPr>
            </a:lvl8pPr>
            <a:lvl9pPr marL="3209178" algn="l" defTabSz="802295" rtl="0" eaLnBrk="1" latinLnBrk="0" hangingPunct="1">
              <a:defRPr sz="1600" kern="1200">
                <a:solidFill>
                  <a:schemeClr val="lt1"/>
                </a:solidFill>
                <a:latin typeface="+mn-lt"/>
                <a:ea typeface="+mn-ea"/>
                <a:cs typeface="+mn-cs"/>
              </a:defRPr>
            </a:lvl9pPr>
          </a:lstStyle>
          <a:p>
            <a:pPr algn="ctr"/>
            <a:endParaRPr lang="zh-CN" altLang="en-US"/>
          </a:p>
        </p:txBody>
      </p:sp>
      <p:sp>
        <p:nvSpPr>
          <p:cNvPr id="8" name="矩形: 剪去单角 7">
            <a:extLst>
              <a:ext uri="{FF2B5EF4-FFF2-40B4-BE49-F238E27FC236}">
                <a16:creationId xmlns:a16="http://schemas.microsoft.com/office/drawing/2014/main" id="{7C49A1BE-A0E7-7AF3-F4A0-69B94FF892C6}"/>
              </a:ext>
            </a:extLst>
          </p:cNvPr>
          <p:cNvSpPr/>
          <p:nvPr/>
        </p:nvSpPr>
        <p:spPr>
          <a:xfrm>
            <a:off x="384502" y="435284"/>
            <a:ext cx="453697" cy="434666"/>
          </a:xfrm>
          <a:prstGeom prst="snip1Rect">
            <a:avLst/>
          </a:prstGeom>
          <a:solidFill>
            <a:srgbClr val="005EA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802295" rtl="0" eaLnBrk="1" latinLnBrk="0" hangingPunct="1">
              <a:defRPr sz="1600" kern="1200">
                <a:solidFill>
                  <a:schemeClr val="lt1"/>
                </a:solidFill>
                <a:latin typeface="+mn-lt"/>
                <a:ea typeface="+mn-ea"/>
                <a:cs typeface="+mn-cs"/>
              </a:defRPr>
            </a:lvl1pPr>
            <a:lvl2pPr marL="401147" algn="l" defTabSz="802295" rtl="0" eaLnBrk="1" latinLnBrk="0" hangingPunct="1">
              <a:defRPr sz="1600" kern="1200">
                <a:solidFill>
                  <a:schemeClr val="lt1"/>
                </a:solidFill>
                <a:latin typeface="+mn-lt"/>
                <a:ea typeface="+mn-ea"/>
                <a:cs typeface="+mn-cs"/>
              </a:defRPr>
            </a:lvl2pPr>
            <a:lvl3pPr marL="802295" algn="l" defTabSz="802295" rtl="0" eaLnBrk="1" latinLnBrk="0" hangingPunct="1">
              <a:defRPr sz="1600" kern="1200">
                <a:solidFill>
                  <a:schemeClr val="lt1"/>
                </a:solidFill>
                <a:latin typeface="+mn-lt"/>
                <a:ea typeface="+mn-ea"/>
                <a:cs typeface="+mn-cs"/>
              </a:defRPr>
            </a:lvl3pPr>
            <a:lvl4pPr marL="1203442" algn="l" defTabSz="802295" rtl="0" eaLnBrk="1" latinLnBrk="0" hangingPunct="1">
              <a:defRPr sz="1600" kern="1200">
                <a:solidFill>
                  <a:schemeClr val="lt1"/>
                </a:solidFill>
                <a:latin typeface="+mn-lt"/>
                <a:ea typeface="+mn-ea"/>
                <a:cs typeface="+mn-cs"/>
              </a:defRPr>
            </a:lvl4pPr>
            <a:lvl5pPr marL="1604589" algn="l" defTabSz="802295" rtl="0" eaLnBrk="1" latinLnBrk="0" hangingPunct="1">
              <a:defRPr sz="1600" kern="1200">
                <a:solidFill>
                  <a:schemeClr val="lt1"/>
                </a:solidFill>
                <a:latin typeface="+mn-lt"/>
                <a:ea typeface="+mn-ea"/>
                <a:cs typeface="+mn-cs"/>
              </a:defRPr>
            </a:lvl5pPr>
            <a:lvl6pPr marL="2005736" algn="l" defTabSz="802295" rtl="0" eaLnBrk="1" latinLnBrk="0" hangingPunct="1">
              <a:defRPr sz="1600" kern="1200">
                <a:solidFill>
                  <a:schemeClr val="lt1"/>
                </a:solidFill>
                <a:latin typeface="+mn-lt"/>
                <a:ea typeface="+mn-ea"/>
                <a:cs typeface="+mn-cs"/>
              </a:defRPr>
            </a:lvl6pPr>
            <a:lvl7pPr marL="2406884" algn="l" defTabSz="802295" rtl="0" eaLnBrk="1" latinLnBrk="0" hangingPunct="1">
              <a:defRPr sz="1600" kern="1200">
                <a:solidFill>
                  <a:schemeClr val="lt1"/>
                </a:solidFill>
                <a:latin typeface="+mn-lt"/>
                <a:ea typeface="+mn-ea"/>
                <a:cs typeface="+mn-cs"/>
              </a:defRPr>
            </a:lvl7pPr>
            <a:lvl8pPr marL="2808031" algn="l" defTabSz="802295" rtl="0" eaLnBrk="1" latinLnBrk="0" hangingPunct="1">
              <a:defRPr sz="1600" kern="1200">
                <a:solidFill>
                  <a:schemeClr val="lt1"/>
                </a:solidFill>
                <a:latin typeface="+mn-lt"/>
                <a:ea typeface="+mn-ea"/>
                <a:cs typeface="+mn-cs"/>
              </a:defRPr>
            </a:lvl8pPr>
            <a:lvl9pPr marL="3209178" algn="l" defTabSz="802295" rtl="0" eaLnBrk="1" latinLnBrk="0" hangingPunct="1">
              <a:defRPr sz="1600" kern="1200">
                <a:solidFill>
                  <a:schemeClr val="lt1"/>
                </a:solidFill>
                <a:latin typeface="+mn-lt"/>
                <a:ea typeface="+mn-ea"/>
                <a:cs typeface="+mn-cs"/>
              </a:defRPr>
            </a:lvl9pPr>
          </a:lstStyle>
          <a:p>
            <a:pPr algn="ctr"/>
            <a:endParaRPr lang="en-US" altLang="zh-CN" sz="4000" dirty="0">
              <a:latin typeface="方正兰亭准黑_GBK" panose="02000000000000000000" pitchFamily="2" charset="-122"/>
              <a:ea typeface="方正兰亭准黑_GBK" panose="02000000000000000000" pitchFamily="2" charset="-122"/>
            </a:endParaRPr>
          </a:p>
        </p:txBody>
      </p:sp>
      <p:sp>
        <p:nvSpPr>
          <p:cNvPr id="9" name="文本框 8">
            <a:extLst>
              <a:ext uri="{FF2B5EF4-FFF2-40B4-BE49-F238E27FC236}">
                <a16:creationId xmlns:a16="http://schemas.microsoft.com/office/drawing/2014/main" id="{B1AF1609-1A2E-42F7-1CDB-A412B6C665CA}"/>
              </a:ext>
            </a:extLst>
          </p:cNvPr>
          <p:cNvSpPr txBox="1"/>
          <p:nvPr/>
        </p:nvSpPr>
        <p:spPr>
          <a:xfrm>
            <a:off x="982215" y="422115"/>
            <a:ext cx="2809298" cy="375827"/>
          </a:xfrm>
          <a:prstGeom prst="rect">
            <a:avLst/>
          </a:prstGeom>
          <a:noFill/>
        </p:spPr>
        <p:txBody>
          <a:bodyPr wrap="square" lIns="67391" tIns="33696" rIns="67391" bIns="33696" rtlCol="0">
            <a:spAutoFit/>
          </a:bodyPr>
          <a:lstStyle>
            <a:defPPr>
              <a:defRPr lang="zh-CN"/>
            </a:defPPr>
            <a:lvl1pPr marL="0" algn="l" defTabSz="802295" rtl="0" eaLnBrk="1" latinLnBrk="0" hangingPunct="1">
              <a:defRPr sz="1600" kern="1200">
                <a:solidFill>
                  <a:schemeClr val="tx1"/>
                </a:solidFill>
                <a:latin typeface="+mn-lt"/>
                <a:ea typeface="+mn-ea"/>
                <a:cs typeface="+mn-cs"/>
              </a:defRPr>
            </a:lvl1pPr>
            <a:lvl2pPr marL="401147" algn="l" defTabSz="802295" rtl="0" eaLnBrk="1" latinLnBrk="0" hangingPunct="1">
              <a:defRPr sz="1600" kern="1200">
                <a:solidFill>
                  <a:schemeClr val="tx1"/>
                </a:solidFill>
                <a:latin typeface="+mn-lt"/>
                <a:ea typeface="+mn-ea"/>
                <a:cs typeface="+mn-cs"/>
              </a:defRPr>
            </a:lvl2pPr>
            <a:lvl3pPr marL="802295" algn="l" defTabSz="802295" rtl="0" eaLnBrk="1" latinLnBrk="0" hangingPunct="1">
              <a:defRPr sz="1600" kern="1200">
                <a:solidFill>
                  <a:schemeClr val="tx1"/>
                </a:solidFill>
                <a:latin typeface="+mn-lt"/>
                <a:ea typeface="+mn-ea"/>
                <a:cs typeface="+mn-cs"/>
              </a:defRPr>
            </a:lvl3pPr>
            <a:lvl4pPr marL="1203442" algn="l" defTabSz="802295" rtl="0" eaLnBrk="1" latinLnBrk="0" hangingPunct="1">
              <a:defRPr sz="1600" kern="1200">
                <a:solidFill>
                  <a:schemeClr val="tx1"/>
                </a:solidFill>
                <a:latin typeface="+mn-lt"/>
                <a:ea typeface="+mn-ea"/>
                <a:cs typeface="+mn-cs"/>
              </a:defRPr>
            </a:lvl4pPr>
            <a:lvl5pPr marL="1604589" algn="l" defTabSz="802295" rtl="0" eaLnBrk="1" latinLnBrk="0" hangingPunct="1">
              <a:defRPr sz="1600" kern="1200">
                <a:solidFill>
                  <a:schemeClr val="tx1"/>
                </a:solidFill>
                <a:latin typeface="+mn-lt"/>
                <a:ea typeface="+mn-ea"/>
                <a:cs typeface="+mn-cs"/>
              </a:defRPr>
            </a:lvl5pPr>
            <a:lvl6pPr marL="2005736" algn="l" defTabSz="802295" rtl="0" eaLnBrk="1" latinLnBrk="0" hangingPunct="1">
              <a:defRPr sz="1600" kern="1200">
                <a:solidFill>
                  <a:schemeClr val="tx1"/>
                </a:solidFill>
                <a:latin typeface="+mn-lt"/>
                <a:ea typeface="+mn-ea"/>
                <a:cs typeface="+mn-cs"/>
              </a:defRPr>
            </a:lvl6pPr>
            <a:lvl7pPr marL="2406884" algn="l" defTabSz="802295" rtl="0" eaLnBrk="1" latinLnBrk="0" hangingPunct="1">
              <a:defRPr sz="1600" kern="1200">
                <a:solidFill>
                  <a:schemeClr val="tx1"/>
                </a:solidFill>
                <a:latin typeface="+mn-lt"/>
                <a:ea typeface="+mn-ea"/>
                <a:cs typeface="+mn-cs"/>
              </a:defRPr>
            </a:lvl7pPr>
            <a:lvl8pPr marL="2808031" algn="l" defTabSz="802295" rtl="0" eaLnBrk="1" latinLnBrk="0" hangingPunct="1">
              <a:defRPr sz="1600" kern="1200">
                <a:solidFill>
                  <a:schemeClr val="tx1"/>
                </a:solidFill>
                <a:latin typeface="+mn-lt"/>
                <a:ea typeface="+mn-ea"/>
                <a:cs typeface="+mn-cs"/>
              </a:defRPr>
            </a:lvl8pPr>
            <a:lvl9pPr marL="3209178" algn="l" defTabSz="802295" rtl="0" eaLnBrk="1" latinLnBrk="0" hangingPunct="1">
              <a:defRPr sz="1600" kern="1200">
                <a:solidFill>
                  <a:schemeClr val="tx1"/>
                </a:solidFill>
                <a:latin typeface="+mn-lt"/>
                <a:ea typeface="+mn-ea"/>
                <a:cs typeface="+mn-cs"/>
              </a:defRPr>
            </a:lvl9pPr>
          </a:lstStyle>
          <a:p>
            <a:r>
              <a:rPr lang="en-US" altLang="zh-CN" sz="2000" dirty="0">
                <a:solidFill>
                  <a:srgbClr val="2D5593"/>
                </a:solidFill>
                <a:latin typeface="微软雅黑" panose="020B0503020204020204" pitchFamily="34" charset="-122"/>
                <a:ea typeface="微软雅黑" panose="020B0503020204020204" pitchFamily="34" charset="-122"/>
              </a:rPr>
              <a:t>3.2</a:t>
            </a:r>
            <a:r>
              <a:rPr lang="zh-CN" altLang="en-US" sz="2000" dirty="0">
                <a:solidFill>
                  <a:srgbClr val="2D5593"/>
                </a:solidFill>
                <a:latin typeface="微软雅黑" panose="020B0503020204020204" pitchFamily="34" charset="-122"/>
                <a:ea typeface="微软雅黑" panose="020B0503020204020204" pitchFamily="34" charset="-122"/>
              </a:rPr>
              <a:t> 实践过程</a:t>
            </a:r>
            <a:endParaRPr lang="en-US" altLang="zh-CN" sz="2000" dirty="0">
              <a:solidFill>
                <a:srgbClr val="2D5593"/>
              </a:solidFill>
              <a:latin typeface="微软雅黑" panose="020B0503020204020204" pitchFamily="34" charset="-122"/>
              <a:ea typeface="微软雅黑" panose="020B0503020204020204" pitchFamily="34" charset="-122"/>
            </a:endParaRPr>
          </a:p>
        </p:txBody>
      </p:sp>
      <p:sp>
        <p:nvSpPr>
          <p:cNvPr id="2" name="文本框 1">
            <a:extLst>
              <a:ext uri="{FF2B5EF4-FFF2-40B4-BE49-F238E27FC236}">
                <a16:creationId xmlns:a16="http://schemas.microsoft.com/office/drawing/2014/main" id="{79755B0D-3723-F951-BDC6-84C1D1FB7673}"/>
              </a:ext>
            </a:extLst>
          </p:cNvPr>
          <p:cNvSpPr txBox="1"/>
          <p:nvPr/>
        </p:nvSpPr>
        <p:spPr>
          <a:xfrm>
            <a:off x="11542815" y="6270171"/>
            <a:ext cx="433449" cy="369332"/>
          </a:xfrm>
          <a:prstGeom prst="rect">
            <a:avLst/>
          </a:prstGeom>
          <a:noFill/>
        </p:spPr>
        <p:txBody>
          <a:bodyPr wrap="square" rtlCol="0">
            <a:spAutoFit/>
          </a:bodyPr>
          <a:lstStyle/>
          <a:p>
            <a:r>
              <a:rPr lang="en-US" altLang="zh-CN" dirty="0"/>
              <a:t>17</a:t>
            </a:r>
            <a:endParaRPr lang="zh-CN" altLang="en-US" dirty="0"/>
          </a:p>
        </p:txBody>
      </p:sp>
      <p:sp>
        <p:nvSpPr>
          <p:cNvPr id="3" name="文本框 2">
            <a:extLst>
              <a:ext uri="{FF2B5EF4-FFF2-40B4-BE49-F238E27FC236}">
                <a16:creationId xmlns:a16="http://schemas.microsoft.com/office/drawing/2014/main" id="{37ECC122-CC0D-6B13-33C6-10AE33DAF12C}"/>
              </a:ext>
            </a:extLst>
          </p:cNvPr>
          <p:cNvSpPr txBox="1"/>
          <p:nvPr/>
        </p:nvSpPr>
        <p:spPr>
          <a:xfrm>
            <a:off x="1609725" y="869950"/>
            <a:ext cx="8972550" cy="417358"/>
          </a:xfrm>
          <a:prstGeom prst="rect">
            <a:avLst/>
          </a:prstGeom>
          <a:noFill/>
        </p:spPr>
        <p:txBody>
          <a:bodyPr wrap="square" rtlCol="0">
            <a:spAutoFit/>
          </a:bodyPr>
          <a:lstStyle/>
          <a:p>
            <a:pPr indent="279400">
              <a:lnSpc>
                <a:spcPct val="130000"/>
              </a:lnSpc>
            </a:pPr>
            <a:r>
              <a:rPr lang="zh-CN" altLang="en-US"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经过一次优化后，划分方案的相关结果如下图</a:t>
            </a:r>
            <a:r>
              <a:rPr lang="en-US" altLang="zh-CN"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8</a:t>
            </a:r>
            <a:r>
              <a:rPr lang="zh-CN" altLang="en-US"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与表</a:t>
            </a:r>
            <a:r>
              <a:rPr lang="en-US" altLang="zh-CN"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4</a:t>
            </a:r>
            <a:r>
              <a:rPr lang="zh-CN" altLang="en-US"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、表</a:t>
            </a:r>
            <a:r>
              <a:rPr lang="en-US" altLang="zh-CN"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5</a:t>
            </a:r>
            <a:r>
              <a:rPr lang="zh-CN" altLang="en-US"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所示。</a:t>
            </a:r>
            <a:endParaRPr lang="zh-CN" altLang="zh-CN"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5" name="图片 4">
            <a:extLst>
              <a:ext uri="{FF2B5EF4-FFF2-40B4-BE49-F238E27FC236}">
                <a16:creationId xmlns:a16="http://schemas.microsoft.com/office/drawing/2014/main" id="{57C96735-6019-9B4B-3178-816596F1FD3A}"/>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66381" r="64778" b="26039"/>
          <a:stretch/>
        </p:blipFill>
        <p:spPr bwMode="auto">
          <a:xfrm>
            <a:off x="3460115" y="1602716"/>
            <a:ext cx="5271770" cy="665480"/>
          </a:xfrm>
          <a:prstGeom prst="rect">
            <a:avLst/>
          </a:prstGeom>
          <a:ln>
            <a:noFill/>
          </a:ln>
          <a:extLst>
            <a:ext uri="{53640926-AAD7-44D8-BBD7-CCE9431645EC}">
              <a14:shadowObscured xmlns:a14="http://schemas.microsoft.com/office/drawing/2010/main"/>
            </a:ext>
          </a:extLst>
        </p:spPr>
      </p:pic>
      <p:pic>
        <p:nvPicPr>
          <p:cNvPr id="12" name="图片 11">
            <a:extLst>
              <a:ext uri="{FF2B5EF4-FFF2-40B4-BE49-F238E27FC236}">
                <a16:creationId xmlns:a16="http://schemas.microsoft.com/office/drawing/2014/main" id="{3D9B6B63-19E9-6134-E6C6-0C0F8ECCF21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4502" y="3344323"/>
            <a:ext cx="5441322" cy="1554663"/>
          </a:xfrm>
          <a:prstGeom prst="rect">
            <a:avLst/>
          </a:prstGeom>
        </p:spPr>
      </p:pic>
      <p:pic>
        <p:nvPicPr>
          <p:cNvPr id="14" name="图片 13">
            <a:extLst>
              <a:ext uri="{FF2B5EF4-FFF2-40B4-BE49-F238E27FC236}">
                <a16:creationId xmlns:a16="http://schemas.microsoft.com/office/drawing/2014/main" id="{CFF335A5-A00C-3375-DCCF-29205DF5F4D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51100" y="3439564"/>
            <a:ext cx="5508439" cy="1364179"/>
          </a:xfrm>
          <a:prstGeom prst="rect">
            <a:avLst/>
          </a:prstGeom>
        </p:spPr>
      </p:pic>
      <p:sp>
        <p:nvSpPr>
          <p:cNvPr id="4" name="文本框 3">
            <a:extLst>
              <a:ext uri="{FF2B5EF4-FFF2-40B4-BE49-F238E27FC236}">
                <a16:creationId xmlns:a16="http://schemas.microsoft.com/office/drawing/2014/main" id="{1F9DAB78-C116-5907-8192-78E7348174A0}"/>
              </a:ext>
            </a:extLst>
          </p:cNvPr>
          <p:cNvSpPr txBox="1"/>
          <p:nvPr/>
        </p:nvSpPr>
        <p:spPr>
          <a:xfrm>
            <a:off x="3462972" y="2251527"/>
            <a:ext cx="5168690" cy="584775"/>
          </a:xfrm>
          <a:prstGeom prst="rect">
            <a:avLst/>
          </a:prstGeom>
          <a:noFill/>
        </p:spPr>
        <p:txBody>
          <a:bodyPr wrap="square" rtlCol="0">
            <a:spAutoFit/>
          </a:bodyPr>
          <a:lstStyle/>
          <a:p>
            <a:r>
              <a:rPr lang="zh-CN" altLang="en-US" sz="1600" b="1" dirty="0">
                <a:latin typeface="微软雅黑" panose="020B0503020204020204" pitchFamily="34" charset="-122"/>
                <a:ea typeface="微软雅黑" panose="020B0503020204020204" pitchFamily="34" charset="-122"/>
              </a:rPr>
              <a:t>图</a:t>
            </a:r>
            <a:r>
              <a:rPr lang="en-US" altLang="zh-CN" sz="1600" b="1" dirty="0">
                <a:latin typeface="微软雅黑" panose="020B0503020204020204" pitchFamily="34" charset="-122"/>
                <a:ea typeface="微软雅黑" panose="020B0503020204020204" pitchFamily="34" charset="-122"/>
              </a:rPr>
              <a:t>8 </a:t>
            </a:r>
            <a:r>
              <a:rPr lang="zh-CN" altLang="en-US" sz="1600" dirty="0">
                <a:latin typeface="微软雅黑" panose="020B0503020204020204" pitchFamily="34" charset="-122"/>
                <a:ea typeface="微软雅黑" panose="020B0503020204020204" pitchFamily="34" charset="-122"/>
              </a:rPr>
              <a:t>优化后的划分方案的</a:t>
            </a:r>
            <a:r>
              <a:rPr lang="zh-CN" altLang="en-US" sz="16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各个芯片内部资源利用率的差异为</a:t>
            </a:r>
            <a:r>
              <a:rPr lang="en-US" altLang="zh-CN" sz="16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0.41%</a:t>
            </a:r>
            <a:r>
              <a:rPr lang="zh-CN" altLang="en-US" sz="16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；各个芯片之间的物理连线为</a:t>
            </a:r>
            <a:r>
              <a:rPr lang="en-US" altLang="zh-CN" sz="1600" kern="1400" spc="-5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784</a:t>
            </a:r>
            <a:r>
              <a:rPr lang="zh-CN" altLang="en-US" sz="16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条。</a:t>
            </a:r>
            <a:endParaRPr lang="zh-CN" altLang="en-US" sz="1600" dirty="0">
              <a:latin typeface="微软雅黑" panose="020B0503020204020204" pitchFamily="34" charset="-122"/>
              <a:ea typeface="微软雅黑" panose="020B0503020204020204" pitchFamily="34" charset="-122"/>
            </a:endParaRPr>
          </a:p>
        </p:txBody>
      </p:sp>
      <p:sp>
        <p:nvSpPr>
          <p:cNvPr id="6" name="文本框 5">
            <a:extLst>
              <a:ext uri="{FF2B5EF4-FFF2-40B4-BE49-F238E27FC236}">
                <a16:creationId xmlns:a16="http://schemas.microsoft.com/office/drawing/2014/main" id="{F27F8A62-E064-988B-8F5E-994CC29A71DE}"/>
              </a:ext>
            </a:extLst>
          </p:cNvPr>
          <p:cNvSpPr txBox="1"/>
          <p:nvPr/>
        </p:nvSpPr>
        <p:spPr>
          <a:xfrm>
            <a:off x="456509" y="4831833"/>
            <a:ext cx="5362399" cy="338554"/>
          </a:xfrm>
          <a:prstGeom prst="rect">
            <a:avLst/>
          </a:prstGeom>
          <a:noFill/>
        </p:spPr>
        <p:txBody>
          <a:bodyPr wrap="square" rtlCol="0">
            <a:spAutoFit/>
          </a:bodyPr>
          <a:lstStyle/>
          <a:p>
            <a:pPr algn="ctr"/>
            <a:r>
              <a:rPr lang="zh-CN" altLang="en-US" sz="1600" b="1" dirty="0">
                <a:latin typeface="微软雅黑" panose="020B0503020204020204" pitchFamily="34" charset="-122"/>
                <a:ea typeface="微软雅黑" panose="020B0503020204020204" pitchFamily="34" charset="-122"/>
              </a:rPr>
              <a:t>表</a:t>
            </a:r>
            <a:r>
              <a:rPr lang="en-US" altLang="zh-CN" sz="1600" b="1" dirty="0">
                <a:latin typeface="微软雅黑" panose="020B0503020204020204" pitchFamily="34" charset="-122"/>
                <a:ea typeface="微软雅黑" panose="020B0503020204020204" pitchFamily="34" charset="-122"/>
              </a:rPr>
              <a:t>4 </a:t>
            </a:r>
            <a:r>
              <a:rPr lang="zh-CN" altLang="en-US" sz="1600" dirty="0">
                <a:latin typeface="微软雅黑" panose="020B0503020204020204" pitchFamily="34" charset="-122"/>
                <a:ea typeface="微软雅黑" panose="020B0503020204020204" pitchFamily="34" charset="-122"/>
              </a:rPr>
              <a:t>优化后的划分方案的</a:t>
            </a:r>
            <a:r>
              <a:rPr lang="zh-CN" altLang="en-US" sz="16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各个芯片内部资源利用情况</a:t>
            </a:r>
            <a:endParaRPr lang="zh-CN" altLang="en-US" sz="1600" dirty="0">
              <a:latin typeface="微软雅黑" panose="020B0503020204020204" pitchFamily="34" charset="-122"/>
              <a:ea typeface="微软雅黑" panose="020B0503020204020204" pitchFamily="34" charset="-122"/>
            </a:endParaRPr>
          </a:p>
        </p:txBody>
      </p:sp>
      <p:sp>
        <p:nvSpPr>
          <p:cNvPr id="10" name="文本框 9">
            <a:extLst>
              <a:ext uri="{FF2B5EF4-FFF2-40B4-BE49-F238E27FC236}">
                <a16:creationId xmlns:a16="http://schemas.microsoft.com/office/drawing/2014/main" id="{BB021C5E-2284-4DD4-72A4-805F1DFC1883}"/>
              </a:ext>
            </a:extLst>
          </p:cNvPr>
          <p:cNvSpPr txBox="1"/>
          <p:nvPr/>
        </p:nvSpPr>
        <p:spPr>
          <a:xfrm>
            <a:off x="6180416" y="4831833"/>
            <a:ext cx="5362399" cy="338554"/>
          </a:xfrm>
          <a:prstGeom prst="rect">
            <a:avLst/>
          </a:prstGeom>
          <a:noFill/>
        </p:spPr>
        <p:txBody>
          <a:bodyPr wrap="square" rtlCol="0">
            <a:spAutoFit/>
          </a:bodyPr>
          <a:lstStyle/>
          <a:p>
            <a:pPr algn="ctr"/>
            <a:r>
              <a:rPr lang="zh-CN" altLang="en-US" sz="1600" b="1" dirty="0">
                <a:latin typeface="微软雅黑" panose="020B0503020204020204" pitchFamily="34" charset="-122"/>
                <a:ea typeface="微软雅黑" panose="020B0503020204020204" pitchFamily="34" charset="-122"/>
              </a:rPr>
              <a:t>表</a:t>
            </a:r>
            <a:r>
              <a:rPr lang="en-US" altLang="zh-CN" sz="1600" b="1" dirty="0">
                <a:latin typeface="微软雅黑" panose="020B0503020204020204" pitchFamily="34" charset="-122"/>
                <a:ea typeface="微软雅黑" panose="020B0503020204020204" pitchFamily="34" charset="-122"/>
              </a:rPr>
              <a:t>5 </a:t>
            </a:r>
            <a:r>
              <a:rPr lang="zh-CN" altLang="en-US" sz="1600" dirty="0">
                <a:latin typeface="微软雅黑" panose="020B0503020204020204" pitchFamily="34" charset="-122"/>
                <a:ea typeface="微软雅黑" panose="020B0503020204020204" pitchFamily="34" charset="-122"/>
              </a:rPr>
              <a:t>优化后的划分方案的</a:t>
            </a:r>
            <a:r>
              <a:rPr lang="zh-CN" altLang="en-US" sz="16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各个芯片内部资源利用率</a:t>
            </a:r>
            <a:endParaRPr lang="zh-CN" altLang="en-US" sz="16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731484843"/>
      </p:ext>
    </p:extLst>
  </p:cSld>
  <p:clrMapOvr>
    <a:masterClrMapping/>
  </p:clrMapOvr>
  <mc:AlternateContent xmlns:mc="http://schemas.openxmlformats.org/markup-compatibility/2006" xmlns:p14="http://schemas.microsoft.com/office/powerpoint/2010/main">
    <mc:Choice Requires="p14">
      <p:transition p14:dur="10" advTm="1260"/>
    </mc:Choice>
    <mc:Fallback xmlns="">
      <p:transition advTm="1260"/>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剪去单角 6">
            <a:extLst>
              <a:ext uri="{FF2B5EF4-FFF2-40B4-BE49-F238E27FC236}">
                <a16:creationId xmlns:a16="http://schemas.microsoft.com/office/drawing/2014/main" id="{090DC2B6-60A5-388B-0BEC-885EF4760BEF}"/>
              </a:ext>
            </a:extLst>
          </p:cNvPr>
          <p:cNvSpPr/>
          <p:nvPr/>
        </p:nvSpPr>
        <p:spPr>
          <a:xfrm>
            <a:off x="456510" y="363276"/>
            <a:ext cx="453697" cy="434666"/>
          </a:xfrm>
          <a:prstGeom prst="snip1Rect">
            <a:avLst/>
          </a:prstGeom>
          <a:solidFill>
            <a:srgbClr val="00AF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802295" rtl="0" eaLnBrk="1" latinLnBrk="0" hangingPunct="1">
              <a:defRPr sz="1600" kern="1200">
                <a:solidFill>
                  <a:schemeClr val="lt1"/>
                </a:solidFill>
                <a:latin typeface="+mn-lt"/>
                <a:ea typeface="+mn-ea"/>
                <a:cs typeface="+mn-cs"/>
              </a:defRPr>
            </a:lvl1pPr>
            <a:lvl2pPr marL="401147" algn="l" defTabSz="802295" rtl="0" eaLnBrk="1" latinLnBrk="0" hangingPunct="1">
              <a:defRPr sz="1600" kern="1200">
                <a:solidFill>
                  <a:schemeClr val="lt1"/>
                </a:solidFill>
                <a:latin typeface="+mn-lt"/>
                <a:ea typeface="+mn-ea"/>
                <a:cs typeface="+mn-cs"/>
              </a:defRPr>
            </a:lvl2pPr>
            <a:lvl3pPr marL="802295" algn="l" defTabSz="802295" rtl="0" eaLnBrk="1" latinLnBrk="0" hangingPunct="1">
              <a:defRPr sz="1600" kern="1200">
                <a:solidFill>
                  <a:schemeClr val="lt1"/>
                </a:solidFill>
                <a:latin typeface="+mn-lt"/>
                <a:ea typeface="+mn-ea"/>
                <a:cs typeface="+mn-cs"/>
              </a:defRPr>
            </a:lvl3pPr>
            <a:lvl4pPr marL="1203442" algn="l" defTabSz="802295" rtl="0" eaLnBrk="1" latinLnBrk="0" hangingPunct="1">
              <a:defRPr sz="1600" kern="1200">
                <a:solidFill>
                  <a:schemeClr val="lt1"/>
                </a:solidFill>
                <a:latin typeface="+mn-lt"/>
                <a:ea typeface="+mn-ea"/>
                <a:cs typeface="+mn-cs"/>
              </a:defRPr>
            </a:lvl4pPr>
            <a:lvl5pPr marL="1604589" algn="l" defTabSz="802295" rtl="0" eaLnBrk="1" latinLnBrk="0" hangingPunct="1">
              <a:defRPr sz="1600" kern="1200">
                <a:solidFill>
                  <a:schemeClr val="lt1"/>
                </a:solidFill>
                <a:latin typeface="+mn-lt"/>
                <a:ea typeface="+mn-ea"/>
                <a:cs typeface="+mn-cs"/>
              </a:defRPr>
            </a:lvl5pPr>
            <a:lvl6pPr marL="2005736" algn="l" defTabSz="802295" rtl="0" eaLnBrk="1" latinLnBrk="0" hangingPunct="1">
              <a:defRPr sz="1600" kern="1200">
                <a:solidFill>
                  <a:schemeClr val="lt1"/>
                </a:solidFill>
                <a:latin typeface="+mn-lt"/>
                <a:ea typeface="+mn-ea"/>
                <a:cs typeface="+mn-cs"/>
              </a:defRPr>
            </a:lvl6pPr>
            <a:lvl7pPr marL="2406884" algn="l" defTabSz="802295" rtl="0" eaLnBrk="1" latinLnBrk="0" hangingPunct="1">
              <a:defRPr sz="1600" kern="1200">
                <a:solidFill>
                  <a:schemeClr val="lt1"/>
                </a:solidFill>
                <a:latin typeface="+mn-lt"/>
                <a:ea typeface="+mn-ea"/>
                <a:cs typeface="+mn-cs"/>
              </a:defRPr>
            </a:lvl7pPr>
            <a:lvl8pPr marL="2808031" algn="l" defTabSz="802295" rtl="0" eaLnBrk="1" latinLnBrk="0" hangingPunct="1">
              <a:defRPr sz="1600" kern="1200">
                <a:solidFill>
                  <a:schemeClr val="lt1"/>
                </a:solidFill>
                <a:latin typeface="+mn-lt"/>
                <a:ea typeface="+mn-ea"/>
                <a:cs typeface="+mn-cs"/>
              </a:defRPr>
            </a:lvl8pPr>
            <a:lvl9pPr marL="3209178" algn="l" defTabSz="802295" rtl="0" eaLnBrk="1" latinLnBrk="0" hangingPunct="1">
              <a:defRPr sz="1600" kern="1200">
                <a:solidFill>
                  <a:schemeClr val="lt1"/>
                </a:solidFill>
                <a:latin typeface="+mn-lt"/>
                <a:ea typeface="+mn-ea"/>
                <a:cs typeface="+mn-cs"/>
              </a:defRPr>
            </a:lvl9pPr>
          </a:lstStyle>
          <a:p>
            <a:pPr algn="ctr"/>
            <a:endParaRPr lang="zh-CN" altLang="en-US"/>
          </a:p>
        </p:txBody>
      </p:sp>
      <p:sp>
        <p:nvSpPr>
          <p:cNvPr id="8" name="矩形: 剪去单角 7">
            <a:extLst>
              <a:ext uri="{FF2B5EF4-FFF2-40B4-BE49-F238E27FC236}">
                <a16:creationId xmlns:a16="http://schemas.microsoft.com/office/drawing/2014/main" id="{7C49A1BE-A0E7-7AF3-F4A0-69B94FF892C6}"/>
              </a:ext>
            </a:extLst>
          </p:cNvPr>
          <p:cNvSpPr/>
          <p:nvPr/>
        </p:nvSpPr>
        <p:spPr>
          <a:xfrm>
            <a:off x="384502" y="435284"/>
            <a:ext cx="453697" cy="434666"/>
          </a:xfrm>
          <a:prstGeom prst="snip1Rect">
            <a:avLst/>
          </a:prstGeom>
          <a:solidFill>
            <a:srgbClr val="005EA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802295" rtl="0" eaLnBrk="1" latinLnBrk="0" hangingPunct="1">
              <a:defRPr sz="1600" kern="1200">
                <a:solidFill>
                  <a:schemeClr val="lt1"/>
                </a:solidFill>
                <a:latin typeface="+mn-lt"/>
                <a:ea typeface="+mn-ea"/>
                <a:cs typeface="+mn-cs"/>
              </a:defRPr>
            </a:lvl1pPr>
            <a:lvl2pPr marL="401147" algn="l" defTabSz="802295" rtl="0" eaLnBrk="1" latinLnBrk="0" hangingPunct="1">
              <a:defRPr sz="1600" kern="1200">
                <a:solidFill>
                  <a:schemeClr val="lt1"/>
                </a:solidFill>
                <a:latin typeface="+mn-lt"/>
                <a:ea typeface="+mn-ea"/>
                <a:cs typeface="+mn-cs"/>
              </a:defRPr>
            </a:lvl2pPr>
            <a:lvl3pPr marL="802295" algn="l" defTabSz="802295" rtl="0" eaLnBrk="1" latinLnBrk="0" hangingPunct="1">
              <a:defRPr sz="1600" kern="1200">
                <a:solidFill>
                  <a:schemeClr val="lt1"/>
                </a:solidFill>
                <a:latin typeface="+mn-lt"/>
                <a:ea typeface="+mn-ea"/>
                <a:cs typeface="+mn-cs"/>
              </a:defRPr>
            </a:lvl3pPr>
            <a:lvl4pPr marL="1203442" algn="l" defTabSz="802295" rtl="0" eaLnBrk="1" latinLnBrk="0" hangingPunct="1">
              <a:defRPr sz="1600" kern="1200">
                <a:solidFill>
                  <a:schemeClr val="lt1"/>
                </a:solidFill>
                <a:latin typeface="+mn-lt"/>
                <a:ea typeface="+mn-ea"/>
                <a:cs typeface="+mn-cs"/>
              </a:defRPr>
            </a:lvl4pPr>
            <a:lvl5pPr marL="1604589" algn="l" defTabSz="802295" rtl="0" eaLnBrk="1" latinLnBrk="0" hangingPunct="1">
              <a:defRPr sz="1600" kern="1200">
                <a:solidFill>
                  <a:schemeClr val="lt1"/>
                </a:solidFill>
                <a:latin typeface="+mn-lt"/>
                <a:ea typeface="+mn-ea"/>
                <a:cs typeface="+mn-cs"/>
              </a:defRPr>
            </a:lvl5pPr>
            <a:lvl6pPr marL="2005736" algn="l" defTabSz="802295" rtl="0" eaLnBrk="1" latinLnBrk="0" hangingPunct="1">
              <a:defRPr sz="1600" kern="1200">
                <a:solidFill>
                  <a:schemeClr val="lt1"/>
                </a:solidFill>
                <a:latin typeface="+mn-lt"/>
                <a:ea typeface="+mn-ea"/>
                <a:cs typeface="+mn-cs"/>
              </a:defRPr>
            </a:lvl6pPr>
            <a:lvl7pPr marL="2406884" algn="l" defTabSz="802295" rtl="0" eaLnBrk="1" latinLnBrk="0" hangingPunct="1">
              <a:defRPr sz="1600" kern="1200">
                <a:solidFill>
                  <a:schemeClr val="lt1"/>
                </a:solidFill>
                <a:latin typeface="+mn-lt"/>
                <a:ea typeface="+mn-ea"/>
                <a:cs typeface="+mn-cs"/>
              </a:defRPr>
            </a:lvl7pPr>
            <a:lvl8pPr marL="2808031" algn="l" defTabSz="802295" rtl="0" eaLnBrk="1" latinLnBrk="0" hangingPunct="1">
              <a:defRPr sz="1600" kern="1200">
                <a:solidFill>
                  <a:schemeClr val="lt1"/>
                </a:solidFill>
                <a:latin typeface="+mn-lt"/>
                <a:ea typeface="+mn-ea"/>
                <a:cs typeface="+mn-cs"/>
              </a:defRPr>
            </a:lvl8pPr>
            <a:lvl9pPr marL="3209178" algn="l" defTabSz="802295" rtl="0" eaLnBrk="1" latinLnBrk="0" hangingPunct="1">
              <a:defRPr sz="1600" kern="1200">
                <a:solidFill>
                  <a:schemeClr val="lt1"/>
                </a:solidFill>
                <a:latin typeface="+mn-lt"/>
                <a:ea typeface="+mn-ea"/>
                <a:cs typeface="+mn-cs"/>
              </a:defRPr>
            </a:lvl9pPr>
          </a:lstStyle>
          <a:p>
            <a:pPr algn="ctr"/>
            <a:endParaRPr lang="en-US" altLang="zh-CN" sz="4000" dirty="0">
              <a:latin typeface="方正兰亭准黑_GBK" panose="02000000000000000000" pitchFamily="2" charset="-122"/>
              <a:ea typeface="方正兰亭准黑_GBK" panose="02000000000000000000" pitchFamily="2" charset="-122"/>
            </a:endParaRPr>
          </a:p>
        </p:txBody>
      </p:sp>
      <p:sp>
        <p:nvSpPr>
          <p:cNvPr id="9" name="文本框 8">
            <a:extLst>
              <a:ext uri="{FF2B5EF4-FFF2-40B4-BE49-F238E27FC236}">
                <a16:creationId xmlns:a16="http://schemas.microsoft.com/office/drawing/2014/main" id="{B1AF1609-1A2E-42F7-1CDB-A412B6C665CA}"/>
              </a:ext>
            </a:extLst>
          </p:cNvPr>
          <p:cNvSpPr txBox="1"/>
          <p:nvPr/>
        </p:nvSpPr>
        <p:spPr>
          <a:xfrm>
            <a:off x="982215" y="422115"/>
            <a:ext cx="2809298" cy="375827"/>
          </a:xfrm>
          <a:prstGeom prst="rect">
            <a:avLst/>
          </a:prstGeom>
          <a:noFill/>
        </p:spPr>
        <p:txBody>
          <a:bodyPr wrap="square" lIns="67391" tIns="33696" rIns="67391" bIns="33696" rtlCol="0">
            <a:spAutoFit/>
          </a:bodyPr>
          <a:lstStyle>
            <a:defPPr>
              <a:defRPr lang="zh-CN"/>
            </a:defPPr>
            <a:lvl1pPr marL="0" algn="l" defTabSz="802295" rtl="0" eaLnBrk="1" latinLnBrk="0" hangingPunct="1">
              <a:defRPr sz="1600" kern="1200">
                <a:solidFill>
                  <a:schemeClr val="tx1"/>
                </a:solidFill>
                <a:latin typeface="+mn-lt"/>
                <a:ea typeface="+mn-ea"/>
                <a:cs typeface="+mn-cs"/>
              </a:defRPr>
            </a:lvl1pPr>
            <a:lvl2pPr marL="401147" algn="l" defTabSz="802295" rtl="0" eaLnBrk="1" latinLnBrk="0" hangingPunct="1">
              <a:defRPr sz="1600" kern="1200">
                <a:solidFill>
                  <a:schemeClr val="tx1"/>
                </a:solidFill>
                <a:latin typeface="+mn-lt"/>
                <a:ea typeface="+mn-ea"/>
                <a:cs typeface="+mn-cs"/>
              </a:defRPr>
            </a:lvl2pPr>
            <a:lvl3pPr marL="802295" algn="l" defTabSz="802295" rtl="0" eaLnBrk="1" latinLnBrk="0" hangingPunct="1">
              <a:defRPr sz="1600" kern="1200">
                <a:solidFill>
                  <a:schemeClr val="tx1"/>
                </a:solidFill>
                <a:latin typeface="+mn-lt"/>
                <a:ea typeface="+mn-ea"/>
                <a:cs typeface="+mn-cs"/>
              </a:defRPr>
            </a:lvl3pPr>
            <a:lvl4pPr marL="1203442" algn="l" defTabSz="802295" rtl="0" eaLnBrk="1" latinLnBrk="0" hangingPunct="1">
              <a:defRPr sz="1600" kern="1200">
                <a:solidFill>
                  <a:schemeClr val="tx1"/>
                </a:solidFill>
                <a:latin typeface="+mn-lt"/>
                <a:ea typeface="+mn-ea"/>
                <a:cs typeface="+mn-cs"/>
              </a:defRPr>
            </a:lvl4pPr>
            <a:lvl5pPr marL="1604589" algn="l" defTabSz="802295" rtl="0" eaLnBrk="1" latinLnBrk="0" hangingPunct="1">
              <a:defRPr sz="1600" kern="1200">
                <a:solidFill>
                  <a:schemeClr val="tx1"/>
                </a:solidFill>
                <a:latin typeface="+mn-lt"/>
                <a:ea typeface="+mn-ea"/>
                <a:cs typeface="+mn-cs"/>
              </a:defRPr>
            </a:lvl5pPr>
            <a:lvl6pPr marL="2005736" algn="l" defTabSz="802295" rtl="0" eaLnBrk="1" latinLnBrk="0" hangingPunct="1">
              <a:defRPr sz="1600" kern="1200">
                <a:solidFill>
                  <a:schemeClr val="tx1"/>
                </a:solidFill>
                <a:latin typeface="+mn-lt"/>
                <a:ea typeface="+mn-ea"/>
                <a:cs typeface="+mn-cs"/>
              </a:defRPr>
            </a:lvl6pPr>
            <a:lvl7pPr marL="2406884" algn="l" defTabSz="802295" rtl="0" eaLnBrk="1" latinLnBrk="0" hangingPunct="1">
              <a:defRPr sz="1600" kern="1200">
                <a:solidFill>
                  <a:schemeClr val="tx1"/>
                </a:solidFill>
                <a:latin typeface="+mn-lt"/>
                <a:ea typeface="+mn-ea"/>
                <a:cs typeface="+mn-cs"/>
              </a:defRPr>
            </a:lvl7pPr>
            <a:lvl8pPr marL="2808031" algn="l" defTabSz="802295" rtl="0" eaLnBrk="1" latinLnBrk="0" hangingPunct="1">
              <a:defRPr sz="1600" kern="1200">
                <a:solidFill>
                  <a:schemeClr val="tx1"/>
                </a:solidFill>
                <a:latin typeface="+mn-lt"/>
                <a:ea typeface="+mn-ea"/>
                <a:cs typeface="+mn-cs"/>
              </a:defRPr>
            </a:lvl8pPr>
            <a:lvl9pPr marL="3209178" algn="l" defTabSz="802295" rtl="0" eaLnBrk="1" latinLnBrk="0" hangingPunct="1">
              <a:defRPr sz="1600" kern="1200">
                <a:solidFill>
                  <a:schemeClr val="tx1"/>
                </a:solidFill>
                <a:latin typeface="+mn-lt"/>
                <a:ea typeface="+mn-ea"/>
                <a:cs typeface="+mn-cs"/>
              </a:defRPr>
            </a:lvl9pPr>
          </a:lstStyle>
          <a:p>
            <a:r>
              <a:rPr lang="en-US" altLang="zh-CN" sz="2000" dirty="0">
                <a:solidFill>
                  <a:srgbClr val="2D5593"/>
                </a:solidFill>
                <a:latin typeface="微软雅黑" panose="020B0503020204020204" pitchFamily="34" charset="-122"/>
                <a:ea typeface="微软雅黑" panose="020B0503020204020204" pitchFamily="34" charset="-122"/>
              </a:rPr>
              <a:t>3.2</a:t>
            </a:r>
            <a:r>
              <a:rPr lang="zh-CN" altLang="en-US" sz="2000" dirty="0">
                <a:solidFill>
                  <a:srgbClr val="2D5593"/>
                </a:solidFill>
                <a:latin typeface="微软雅黑" panose="020B0503020204020204" pitchFamily="34" charset="-122"/>
                <a:ea typeface="微软雅黑" panose="020B0503020204020204" pitchFamily="34" charset="-122"/>
              </a:rPr>
              <a:t> 实践结果</a:t>
            </a:r>
            <a:endParaRPr lang="en-US" altLang="zh-CN" sz="2000" dirty="0">
              <a:solidFill>
                <a:srgbClr val="2D5593"/>
              </a:solidFill>
              <a:latin typeface="微软雅黑" panose="020B0503020204020204" pitchFamily="34" charset="-122"/>
              <a:ea typeface="微软雅黑" panose="020B0503020204020204" pitchFamily="34" charset="-122"/>
            </a:endParaRPr>
          </a:p>
        </p:txBody>
      </p:sp>
      <p:sp>
        <p:nvSpPr>
          <p:cNvPr id="2" name="文本框 1">
            <a:extLst>
              <a:ext uri="{FF2B5EF4-FFF2-40B4-BE49-F238E27FC236}">
                <a16:creationId xmlns:a16="http://schemas.microsoft.com/office/drawing/2014/main" id="{7E6F1441-93DA-34F8-EE2F-64A9691998E1}"/>
              </a:ext>
            </a:extLst>
          </p:cNvPr>
          <p:cNvSpPr txBox="1"/>
          <p:nvPr/>
        </p:nvSpPr>
        <p:spPr>
          <a:xfrm>
            <a:off x="11542815" y="6270171"/>
            <a:ext cx="433449" cy="369332"/>
          </a:xfrm>
          <a:prstGeom prst="rect">
            <a:avLst/>
          </a:prstGeom>
          <a:noFill/>
        </p:spPr>
        <p:txBody>
          <a:bodyPr wrap="square" rtlCol="0">
            <a:spAutoFit/>
          </a:bodyPr>
          <a:lstStyle/>
          <a:p>
            <a:r>
              <a:rPr lang="en-US" altLang="zh-CN" dirty="0"/>
              <a:t>18</a:t>
            </a:r>
            <a:endParaRPr lang="zh-CN" altLang="en-US" dirty="0"/>
          </a:p>
        </p:txBody>
      </p:sp>
      <p:pic>
        <p:nvPicPr>
          <p:cNvPr id="3" name="图片 2">
            <a:extLst>
              <a:ext uri="{FF2B5EF4-FFF2-40B4-BE49-F238E27FC236}">
                <a16:creationId xmlns:a16="http://schemas.microsoft.com/office/drawing/2014/main" id="{D73A1773-E712-6FC2-B717-924667E6741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4502" y="1022932"/>
            <a:ext cx="5571624" cy="1534776"/>
          </a:xfrm>
          <a:prstGeom prst="rect">
            <a:avLst/>
          </a:prstGeom>
        </p:spPr>
      </p:pic>
      <p:pic>
        <p:nvPicPr>
          <p:cNvPr id="4" name="图片 3">
            <a:extLst>
              <a:ext uri="{FF2B5EF4-FFF2-40B4-BE49-F238E27FC236}">
                <a16:creationId xmlns:a16="http://schemas.microsoft.com/office/drawing/2014/main" id="{48B47309-4B48-AAA1-8702-219ED6527BC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35876" y="1003045"/>
            <a:ext cx="5441322" cy="1554663"/>
          </a:xfrm>
          <a:prstGeom prst="rect">
            <a:avLst/>
          </a:prstGeom>
        </p:spPr>
      </p:pic>
      <p:sp>
        <p:nvSpPr>
          <p:cNvPr id="5" name="矩形 4">
            <a:extLst>
              <a:ext uri="{FF2B5EF4-FFF2-40B4-BE49-F238E27FC236}">
                <a16:creationId xmlns:a16="http://schemas.microsoft.com/office/drawing/2014/main" id="{A638F91D-512B-1AA9-AE9A-846C46E47CF0}"/>
              </a:ext>
            </a:extLst>
          </p:cNvPr>
          <p:cNvSpPr/>
          <p:nvPr/>
        </p:nvSpPr>
        <p:spPr>
          <a:xfrm>
            <a:off x="2125683" y="1525979"/>
            <a:ext cx="480951" cy="166255"/>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a:extLst>
              <a:ext uri="{FF2B5EF4-FFF2-40B4-BE49-F238E27FC236}">
                <a16:creationId xmlns:a16="http://schemas.microsoft.com/office/drawing/2014/main" id="{220AC2C5-EBA4-8E81-F86E-7F19EA863793}"/>
              </a:ext>
            </a:extLst>
          </p:cNvPr>
          <p:cNvSpPr/>
          <p:nvPr/>
        </p:nvSpPr>
        <p:spPr>
          <a:xfrm>
            <a:off x="7948551" y="1525979"/>
            <a:ext cx="480951" cy="166255"/>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B9150B7F-F342-3508-603D-C787CEF0412F}"/>
              </a:ext>
            </a:extLst>
          </p:cNvPr>
          <p:cNvSpPr/>
          <p:nvPr/>
        </p:nvSpPr>
        <p:spPr>
          <a:xfrm>
            <a:off x="2125682" y="1917224"/>
            <a:ext cx="480951" cy="166255"/>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a:extLst>
              <a:ext uri="{FF2B5EF4-FFF2-40B4-BE49-F238E27FC236}">
                <a16:creationId xmlns:a16="http://schemas.microsoft.com/office/drawing/2014/main" id="{9B902C21-21A0-330D-432C-64CBCA4435BA}"/>
              </a:ext>
            </a:extLst>
          </p:cNvPr>
          <p:cNvSpPr/>
          <p:nvPr/>
        </p:nvSpPr>
        <p:spPr>
          <a:xfrm>
            <a:off x="7948551" y="1917223"/>
            <a:ext cx="480951" cy="166255"/>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 name="图片 11">
            <a:extLst>
              <a:ext uri="{FF2B5EF4-FFF2-40B4-BE49-F238E27FC236}">
                <a16:creationId xmlns:a16="http://schemas.microsoft.com/office/drawing/2014/main" id="{EF2689A8-D374-D3C7-FB72-DF9CC80DEB1F}"/>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t="66381" r="64778" b="26039"/>
          <a:stretch/>
        </p:blipFill>
        <p:spPr bwMode="auto">
          <a:xfrm>
            <a:off x="6320652" y="2933180"/>
            <a:ext cx="5271770" cy="665480"/>
          </a:xfrm>
          <a:prstGeom prst="rect">
            <a:avLst/>
          </a:prstGeom>
          <a:ln>
            <a:noFill/>
          </a:ln>
          <a:extLst>
            <a:ext uri="{53640926-AAD7-44D8-BBD7-CCE9431645EC}">
              <a14:shadowObscured xmlns:a14="http://schemas.microsoft.com/office/drawing/2010/main"/>
            </a:ext>
          </a:extLst>
        </p:spPr>
      </p:pic>
      <p:pic>
        <p:nvPicPr>
          <p:cNvPr id="13" name="图片 12">
            <a:extLst>
              <a:ext uri="{FF2B5EF4-FFF2-40B4-BE49-F238E27FC236}">
                <a16:creationId xmlns:a16="http://schemas.microsoft.com/office/drawing/2014/main" id="{721B22C7-480E-EE74-B78F-73F475FCDDDA}"/>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t="33091" r="64119" b="58927"/>
          <a:stretch/>
        </p:blipFill>
        <p:spPr bwMode="auto">
          <a:xfrm>
            <a:off x="537286" y="2933180"/>
            <a:ext cx="5266055" cy="659130"/>
          </a:xfrm>
          <a:prstGeom prst="rect">
            <a:avLst/>
          </a:prstGeom>
          <a:ln>
            <a:noFill/>
          </a:ln>
          <a:extLst>
            <a:ext uri="{53640926-AAD7-44D8-BBD7-CCE9431645EC}">
              <a14:shadowObscured xmlns:a14="http://schemas.microsoft.com/office/drawing/2010/main"/>
            </a:ext>
          </a:extLst>
        </p:spPr>
      </p:pic>
      <p:sp>
        <p:nvSpPr>
          <p:cNvPr id="14" name="矩形 13">
            <a:extLst>
              <a:ext uri="{FF2B5EF4-FFF2-40B4-BE49-F238E27FC236}">
                <a16:creationId xmlns:a16="http://schemas.microsoft.com/office/drawing/2014/main" id="{5C139CC0-F208-48AD-5A0B-9B40F803177C}"/>
              </a:ext>
            </a:extLst>
          </p:cNvPr>
          <p:cNvSpPr/>
          <p:nvPr/>
        </p:nvSpPr>
        <p:spPr>
          <a:xfrm>
            <a:off x="2877787" y="3262745"/>
            <a:ext cx="631372" cy="335915"/>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a:extLst>
              <a:ext uri="{FF2B5EF4-FFF2-40B4-BE49-F238E27FC236}">
                <a16:creationId xmlns:a16="http://schemas.microsoft.com/office/drawing/2014/main" id="{5D7260EF-9103-C8F6-180A-6836E31EFC73}"/>
              </a:ext>
            </a:extLst>
          </p:cNvPr>
          <p:cNvSpPr/>
          <p:nvPr/>
        </p:nvSpPr>
        <p:spPr>
          <a:xfrm>
            <a:off x="8748156" y="3256395"/>
            <a:ext cx="631372" cy="335915"/>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文本框 15">
            <a:extLst>
              <a:ext uri="{FF2B5EF4-FFF2-40B4-BE49-F238E27FC236}">
                <a16:creationId xmlns:a16="http://schemas.microsoft.com/office/drawing/2014/main" id="{F8401897-4CB2-E24D-D73F-C1404B5CE7AC}"/>
              </a:ext>
            </a:extLst>
          </p:cNvPr>
          <p:cNvSpPr txBox="1"/>
          <p:nvPr/>
        </p:nvSpPr>
        <p:spPr>
          <a:xfrm>
            <a:off x="1609725" y="4127200"/>
            <a:ext cx="8972550" cy="2217851"/>
          </a:xfrm>
          <a:prstGeom prst="rect">
            <a:avLst/>
          </a:prstGeom>
          <a:noFill/>
        </p:spPr>
        <p:txBody>
          <a:bodyPr wrap="square" rtlCol="0">
            <a:spAutoFit/>
          </a:bodyPr>
          <a:lstStyle/>
          <a:p>
            <a:pPr indent="279400">
              <a:lnSpc>
                <a:spcPct val="130000"/>
              </a:lnSpc>
            </a:pPr>
            <a:r>
              <a:rPr lang="zh-CN" altLang="en-US"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观察发现，优化后芯片间物理连线的条数反而增多。</a:t>
            </a:r>
            <a:endParaRPr lang="en-US" altLang="zh-CN"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endParaRPr>
          </a:p>
          <a:p>
            <a:pPr indent="279400">
              <a:lnSpc>
                <a:spcPct val="130000"/>
              </a:lnSpc>
            </a:pPr>
            <a:r>
              <a:rPr lang="zh-CN" altLang="en-US"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对原始数据文件进行分析研究发现：同一个</a:t>
            </a:r>
            <a:r>
              <a:rPr lang="en-US" altLang="zh-CN"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node</a:t>
            </a:r>
            <a:r>
              <a:rPr lang="zh-CN" altLang="en-US"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可以属于多个</a:t>
            </a:r>
            <a:r>
              <a:rPr lang="en-US" altLang="zh-CN"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net</a:t>
            </a:r>
            <a:r>
              <a:rPr lang="zh-CN" altLang="en-US"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。这个发现可以推出：在优化过程中，对某一个</a:t>
            </a:r>
            <a:r>
              <a:rPr lang="en-US" altLang="zh-CN"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net</a:t>
            </a:r>
            <a:r>
              <a:rPr lang="zh-CN" altLang="en-US"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的</a:t>
            </a:r>
            <a:r>
              <a:rPr lang="en-US" altLang="zh-CN"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node</a:t>
            </a:r>
            <a:r>
              <a:rPr lang="zh-CN" altLang="en-US"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进行转移操作时，虽然该</a:t>
            </a:r>
            <a:r>
              <a:rPr lang="en-US" altLang="zh-CN"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net</a:t>
            </a:r>
            <a:r>
              <a:rPr lang="zh-CN" altLang="en-US"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的物理连线变少了，但其它</a:t>
            </a:r>
            <a:r>
              <a:rPr lang="en-US" altLang="zh-CN"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net</a:t>
            </a:r>
            <a:r>
              <a:rPr lang="zh-CN" altLang="en-US"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的物理连线可能增加了，若增加到更多，就会导致优化后的划分方案的各个</a:t>
            </a:r>
            <a:r>
              <a:rPr lang="en-US" altLang="zh-CN"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die</a:t>
            </a:r>
            <a:r>
              <a:rPr lang="zh-CN" altLang="en-US"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之间的物理连线反而增多的情况。</a:t>
            </a:r>
          </a:p>
          <a:p>
            <a:pPr indent="279400">
              <a:lnSpc>
                <a:spcPct val="130000"/>
              </a:lnSpc>
            </a:pPr>
            <a:r>
              <a:rPr lang="zh-CN" altLang="en-US"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因此，我选择初始划分方案作为最优的划分方案。</a:t>
            </a:r>
          </a:p>
        </p:txBody>
      </p:sp>
      <p:sp>
        <p:nvSpPr>
          <p:cNvPr id="17" name="文本框 16">
            <a:extLst>
              <a:ext uri="{FF2B5EF4-FFF2-40B4-BE49-F238E27FC236}">
                <a16:creationId xmlns:a16="http://schemas.microsoft.com/office/drawing/2014/main" id="{664B3B22-93A0-C15F-AEF7-8841EA547946}"/>
              </a:ext>
            </a:extLst>
          </p:cNvPr>
          <p:cNvSpPr txBox="1"/>
          <p:nvPr/>
        </p:nvSpPr>
        <p:spPr>
          <a:xfrm>
            <a:off x="489113" y="2541413"/>
            <a:ext cx="5362399" cy="338554"/>
          </a:xfrm>
          <a:prstGeom prst="rect">
            <a:avLst/>
          </a:prstGeom>
          <a:noFill/>
        </p:spPr>
        <p:txBody>
          <a:bodyPr wrap="square" rtlCol="0">
            <a:spAutoFit/>
          </a:bodyPr>
          <a:lstStyle/>
          <a:p>
            <a:pPr algn="ctr"/>
            <a:r>
              <a:rPr lang="zh-CN" altLang="en-US" sz="1600" b="1" dirty="0">
                <a:latin typeface="微软雅黑" panose="020B0503020204020204" pitchFamily="34" charset="-122"/>
                <a:ea typeface="微软雅黑" panose="020B0503020204020204" pitchFamily="34" charset="-122"/>
              </a:rPr>
              <a:t>表</a:t>
            </a:r>
            <a:r>
              <a:rPr lang="en-US" altLang="zh-CN" sz="1600" b="1" dirty="0">
                <a:latin typeface="微软雅黑" panose="020B0503020204020204" pitchFamily="34" charset="-122"/>
                <a:ea typeface="微软雅黑" panose="020B0503020204020204" pitchFamily="34" charset="-122"/>
              </a:rPr>
              <a:t>2 </a:t>
            </a:r>
            <a:r>
              <a:rPr lang="zh-CN" altLang="en-US" sz="1600" dirty="0">
                <a:latin typeface="微软雅黑" panose="020B0503020204020204" pitchFamily="34" charset="-122"/>
                <a:ea typeface="微软雅黑" panose="020B0503020204020204" pitchFamily="34" charset="-122"/>
              </a:rPr>
              <a:t>初始划分方案的</a:t>
            </a:r>
            <a:r>
              <a:rPr lang="zh-CN" altLang="en-US" sz="16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各个芯片内部资源利用情况</a:t>
            </a:r>
            <a:endParaRPr lang="zh-CN" altLang="en-US" sz="1600" dirty="0">
              <a:latin typeface="微软雅黑" panose="020B0503020204020204" pitchFamily="34" charset="-122"/>
              <a:ea typeface="微软雅黑" panose="020B0503020204020204" pitchFamily="34" charset="-122"/>
            </a:endParaRPr>
          </a:p>
        </p:txBody>
      </p:sp>
      <p:sp>
        <p:nvSpPr>
          <p:cNvPr id="18" name="文本框 17">
            <a:extLst>
              <a:ext uri="{FF2B5EF4-FFF2-40B4-BE49-F238E27FC236}">
                <a16:creationId xmlns:a16="http://schemas.microsoft.com/office/drawing/2014/main" id="{A3182C75-F7C7-61A7-CA83-ABCFBE62F644}"/>
              </a:ext>
            </a:extLst>
          </p:cNvPr>
          <p:cNvSpPr txBox="1"/>
          <p:nvPr/>
        </p:nvSpPr>
        <p:spPr>
          <a:xfrm>
            <a:off x="6275337" y="2529537"/>
            <a:ext cx="5362399" cy="338554"/>
          </a:xfrm>
          <a:prstGeom prst="rect">
            <a:avLst/>
          </a:prstGeom>
          <a:noFill/>
        </p:spPr>
        <p:txBody>
          <a:bodyPr wrap="square" rtlCol="0">
            <a:spAutoFit/>
          </a:bodyPr>
          <a:lstStyle/>
          <a:p>
            <a:pPr algn="ctr"/>
            <a:r>
              <a:rPr lang="zh-CN" altLang="en-US" sz="1600" b="1" dirty="0">
                <a:latin typeface="微软雅黑" panose="020B0503020204020204" pitchFamily="34" charset="-122"/>
                <a:ea typeface="微软雅黑" panose="020B0503020204020204" pitchFamily="34" charset="-122"/>
              </a:rPr>
              <a:t>表</a:t>
            </a:r>
            <a:r>
              <a:rPr lang="en-US" altLang="zh-CN" sz="1600" b="1" dirty="0">
                <a:latin typeface="微软雅黑" panose="020B0503020204020204" pitchFamily="34" charset="-122"/>
                <a:ea typeface="微软雅黑" panose="020B0503020204020204" pitchFamily="34" charset="-122"/>
              </a:rPr>
              <a:t>4 </a:t>
            </a:r>
            <a:r>
              <a:rPr lang="zh-CN" altLang="en-US" sz="1600" dirty="0">
                <a:latin typeface="微软雅黑" panose="020B0503020204020204" pitchFamily="34" charset="-122"/>
                <a:ea typeface="微软雅黑" panose="020B0503020204020204" pitchFamily="34" charset="-122"/>
              </a:rPr>
              <a:t>优化后的划分方案的</a:t>
            </a:r>
            <a:r>
              <a:rPr lang="zh-CN" altLang="en-US" sz="16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各个芯片内部资源利用情况</a:t>
            </a:r>
            <a:endParaRPr lang="zh-CN" altLang="en-US" sz="1600" dirty="0">
              <a:latin typeface="微软雅黑" panose="020B0503020204020204" pitchFamily="34" charset="-122"/>
              <a:ea typeface="微软雅黑" panose="020B0503020204020204" pitchFamily="34" charset="-122"/>
            </a:endParaRPr>
          </a:p>
        </p:txBody>
      </p:sp>
      <p:sp>
        <p:nvSpPr>
          <p:cNvPr id="19" name="文本框 18">
            <a:extLst>
              <a:ext uri="{FF2B5EF4-FFF2-40B4-BE49-F238E27FC236}">
                <a16:creationId xmlns:a16="http://schemas.microsoft.com/office/drawing/2014/main" id="{F0BE467E-94DB-5749-556C-CA93DA1E11F4}"/>
              </a:ext>
            </a:extLst>
          </p:cNvPr>
          <p:cNvSpPr txBox="1"/>
          <p:nvPr/>
        </p:nvSpPr>
        <p:spPr>
          <a:xfrm>
            <a:off x="1665115" y="3607616"/>
            <a:ext cx="3010394" cy="338554"/>
          </a:xfrm>
          <a:prstGeom prst="rect">
            <a:avLst/>
          </a:prstGeom>
          <a:noFill/>
        </p:spPr>
        <p:txBody>
          <a:bodyPr wrap="square" rtlCol="0">
            <a:spAutoFit/>
          </a:bodyPr>
          <a:lstStyle/>
          <a:p>
            <a:pPr algn="ctr"/>
            <a:r>
              <a:rPr lang="zh-CN" altLang="en-US" sz="1600" b="1" dirty="0">
                <a:latin typeface="微软雅黑" panose="020B0503020204020204" pitchFamily="34" charset="-122"/>
                <a:ea typeface="微软雅黑" panose="020B0503020204020204" pitchFamily="34" charset="-122"/>
              </a:rPr>
              <a:t>图</a:t>
            </a:r>
            <a:r>
              <a:rPr lang="en-US" altLang="zh-CN" sz="1600" b="1" dirty="0">
                <a:latin typeface="微软雅黑" panose="020B0503020204020204" pitchFamily="34" charset="-122"/>
                <a:ea typeface="微软雅黑" panose="020B0503020204020204" pitchFamily="34" charset="-122"/>
              </a:rPr>
              <a:t>7 </a:t>
            </a:r>
            <a:r>
              <a:rPr lang="zh-CN" altLang="en-US" sz="1600" dirty="0">
                <a:latin typeface="微软雅黑" panose="020B0503020204020204" pitchFamily="34" charset="-122"/>
                <a:ea typeface="微软雅黑" panose="020B0503020204020204" pitchFamily="34" charset="-122"/>
              </a:rPr>
              <a:t>初始划分方案的两项指标</a:t>
            </a:r>
          </a:p>
        </p:txBody>
      </p:sp>
      <p:sp>
        <p:nvSpPr>
          <p:cNvPr id="20" name="文本框 19">
            <a:extLst>
              <a:ext uri="{FF2B5EF4-FFF2-40B4-BE49-F238E27FC236}">
                <a16:creationId xmlns:a16="http://schemas.microsoft.com/office/drawing/2014/main" id="{2B3EF36D-7678-E5D7-2E60-0728D5DE40E1}"/>
              </a:ext>
            </a:extLst>
          </p:cNvPr>
          <p:cNvSpPr txBox="1"/>
          <p:nvPr/>
        </p:nvSpPr>
        <p:spPr>
          <a:xfrm>
            <a:off x="7320496" y="3610413"/>
            <a:ext cx="3272079" cy="338554"/>
          </a:xfrm>
          <a:prstGeom prst="rect">
            <a:avLst/>
          </a:prstGeom>
          <a:noFill/>
        </p:spPr>
        <p:txBody>
          <a:bodyPr wrap="square" rtlCol="0">
            <a:spAutoFit/>
          </a:bodyPr>
          <a:lstStyle/>
          <a:p>
            <a:pPr algn="ctr"/>
            <a:r>
              <a:rPr lang="zh-CN" altLang="en-US" sz="1600" b="1" dirty="0">
                <a:latin typeface="微软雅黑" panose="020B0503020204020204" pitchFamily="34" charset="-122"/>
                <a:ea typeface="微软雅黑" panose="020B0503020204020204" pitchFamily="34" charset="-122"/>
              </a:rPr>
              <a:t>图</a:t>
            </a:r>
            <a:r>
              <a:rPr lang="en-US" altLang="zh-CN" sz="1600" b="1" dirty="0">
                <a:latin typeface="微软雅黑" panose="020B0503020204020204" pitchFamily="34" charset="-122"/>
                <a:ea typeface="微软雅黑" panose="020B0503020204020204" pitchFamily="34" charset="-122"/>
              </a:rPr>
              <a:t>8 </a:t>
            </a:r>
            <a:r>
              <a:rPr lang="zh-CN" altLang="en-US" sz="1600" dirty="0">
                <a:latin typeface="微软雅黑" panose="020B0503020204020204" pitchFamily="34" charset="-122"/>
                <a:ea typeface="微软雅黑" panose="020B0503020204020204" pitchFamily="34" charset="-122"/>
              </a:rPr>
              <a:t>优化后的划分方案的两项指标</a:t>
            </a:r>
          </a:p>
        </p:txBody>
      </p:sp>
    </p:spTree>
    <p:extLst>
      <p:ext uri="{BB962C8B-B14F-4D97-AF65-F5344CB8AC3E}">
        <p14:creationId xmlns:p14="http://schemas.microsoft.com/office/powerpoint/2010/main" val="3752439965"/>
      </p:ext>
    </p:extLst>
  </p:cSld>
  <p:clrMapOvr>
    <a:masterClrMapping/>
  </p:clrMapOvr>
  <mc:AlternateContent xmlns:mc="http://schemas.openxmlformats.org/markup-compatibility/2006" xmlns:p14="http://schemas.microsoft.com/office/powerpoint/2010/main">
    <mc:Choice Requires="p14">
      <p:transition p14:dur="10" advTm="1260"/>
    </mc:Choice>
    <mc:Fallback xmlns="">
      <p:transition advTm="1260"/>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剪去单角 3"/>
          <p:cNvSpPr/>
          <p:nvPr/>
        </p:nvSpPr>
        <p:spPr>
          <a:xfrm>
            <a:off x="2136896" y="1966854"/>
            <a:ext cx="2828505" cy="2828505"/>
          </a:xfrm>
          <a:prstGeom prst="snip1Rect">
            <a:avLst/>
          </a:prstGeom>
          <a:solidFill>
            <a:srgbClr val="00AF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38"/>
          </a:p>
        </p:txBody>
      </p:sp>
      <p:sp>
        <p:nvSpPr>
          <p:cNvPr id="5" name="矩形: 剪去单角 4"/>
          <p:cNvSpPr/>
          <p:nvPr/>
        </p:nvSpPr>
        <p:spPr>
          <a:xfrm>
            <a:off x="2039361" y="2064389"/>
            <a:ext cx="2828505" cy="2828505"/>
          </a:xfrm>
          <a:prstGeom prst="snip1Rect">
            <a:avLst/>
          </a:prstGeom>
          <a:solidFill>
            <a:srgbClr val="005EA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5418" dirty="0">
                <a:latin typeface="方正兰亭准黑_GBK" panose="02000000000000000000" pitchFamily="2" charset="-122"/>
                <a:ea typeface="方正兰亭准黑_GBK" panose="02000000000000000000" pitchFamily="2" charset="-122"/>
              </a:rPr>
              <a:t>PART</a:t>
            </a:r>
          </a:p>
          <a:p>
            <a:pPr algn="ctr"/>
            <a:r>
              <a:rPr lang="en-US" altLang="zh-CN" sz="5418" dirty="0">
                <a:latin typeface="方正兰亭准黑_GBK" panose="02000000000000000000" pitchFamily="2" charset="-122"/>
                <a:ea typeface="方正兰亭准黑_GBK" panose="02000000000000000000" pitchFamily="2" charset="-122"/>
              </a:rPr>
              <a:t>04</a:t>
            </a:r>
            <a:endParaRPr lang="zh-CN" altLang="en-US" sz="8127" dirty="0">
              <a:latin typeface="方正兰亭准黑_GBK" panose="02000000000000000000" pitchFamily="2" charset="-122"/>
              <a:ea typeface="方正兰亭准黑_GBK" panose="02000000000000000000" pitchFamily="2" charset="-122"/>
            </a:endParaRPr>
          </a:p>
        </p:txBody>
      </p:sp>
      <p:sp>
        <p:nvSpPr>
          <p:cNvPr id="6" name="文本框 8"/>
          <p:cNvSpPr txBox="1"/>
          <p:nvPr/>
        </p:nvSpPr>
        <p:spPr>
          <a:xfrm>
            <a:off x="5550610" y="2211332"/>
            <a:ext cx="8613973" cy="925928"/>
          </a:xfrm>
          <a:prstGeom prst="rect">
            <a:avLst/>
          </a:prstGeom>
          <a:noFill/>
        </p:spPr>
        <p:txBody>
          <a:bodyPr wrap="square" lIns="91281" tIns="45641" rIns="91281" bIns="45641" rtlCol="0">
            <a:spAutoFit/>
          </a:bodyPr>
          <a:lstStyle/>
          <a:p>
            <a:r>
              <a:rPr lang="zh-CN" altLang="en-US" sz="5418" dirty="0">
                <a:solidFill>
                  <a:srgbClr val="2D5593"/>
                </a:solidFill>
                <a:latin typeface="微软雅黑" panose="020B0503020204020204" pitchFamily="34" charset="-122"/>
                <a:ea typeface="微软雅黑" panose="020B0503020204020204" pitchFamily="34" charset="-122"/>
              </a:rPr>
              <a:t>总结与展望</a:t>
            </a:r>
            <a:endParaRPr lang="en-US" altLang="zh-CN" sz="5418" dirty="0">
              <a:solidFill>
                <a:srgbClr val="2D5593"/>
              </a:solidFill>
              <a:latin typeface="微软雅黑" panose="020B0503020204020204" pitchFamily="34" charset="-122"/>
              <a:ea typeface="微软雅黑" panose="020B0503020204020204" pitchFamily="34" charset="-122"/>
            </a:endParaRPr>
          </a:p>
        </p:txBody>
      </p:sp>
      <p:sp>
        <p:nvSpPr>
          <p:cNvPr id="7" name="文本框 8"/>
          <p:cNvSpPr txBox="1"/>
          <p:nvPr/>
        </p:nvSpPr>
        <p:spPr>
          <a:xfrm>
            <a:off x="5550609" y="3506026"/>
            <a:ext cx="3803851" cy="467341"/>
          </a:xfrm>
          <a:prstGeom prst="rect">
            <a:avLst/>
          </a:prstGeom>
          <a:noFill/>
        </p:spPr>
        <p:txBody>
          <a:bodyPr wrap="square" lIns="91281" tIns="45641" rIns="91281" bIns="45641" rtlCol="0">
            <a:spAutoFit/>
          </a:bodyPr>
          <a:lstStyle/>
          <a:p>
            <a:r>
              <a:rPr lang="en-US" altLang="zh-CN" sz="2438" dirty="0">
                <a:solidFill>
                  <a:schemeClr val="tx1">
                    <a:lumMod val="75000"/>
                    <a:lumOff val="25000"/>
                  </a:schemeClr>
                </a:solidFill>
                <a:latin typeface="微软雅黑" panose="020B0503020204020204" pitchFamily="34" charset="-122"/>
                <a:ea typeface="微软雅黑" panose="020B0503020204020204" pitchFamily="34" charset="-122"/>
              </a:rPr>
              <a:t>4.1 </a:t>
            </a:r>
            <a:r>
              <a:rPr lang="zh-CN" altLang="en-US" sz="2438" dirty="0">
                <a:solidFill>
                  <a:schemeClr val="tx1">
                    <a:lumMod val="75000"/>
                    <a:lumOff val="25000"/>
                  </a:schemeClr>
                </a:solidFill>
                <a:latin typeface="微软雅黑" panose="020B0503020204020204" pitchFamily="34" charset="-122"/>
                <a:ea typeface="微软雅黑" panose="020B0503020204020204" pitchFamily="34" charset="-122"/>
              </a:rPr>
              <a:t>课题总结</a:t>
            </a:r>
            <a:endParaRPr lang="en-US" altLang="zh-CN" sz="2438"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9" name="文本框 8"/>
          <p:cNvSpPr txBox="1"/>
          <p:nvPr/>
        </p:nvSpPr>
        <p:spPr>
          <a:xfrm>
            <a:off x="5550609" y="4188768"/>
            <a:ext cx="3803851" cy="467341"/>
          </a:xfrm>
          <a:prstGeom prst="rect">
            <a:avLst/>
          </a:prstGeom>
          <a:noFill/>
        </p:spPr>
        <p:txBody>
          <a:bodyPr wrap="square" lIns="91281" tIns="45641" rIns="91281" bIns="45641" rtlCol="0">
            <a:spAutoFit/>
          </a:bodyPr>
          <a:lstStyle/>
          <a:p>
            <a:r>
              <a:rPr lang="en-US" altLang="zh-CN" sz="2438" dirty="0">
                <a:solidFill>
                  <a:schemeClr val="tx1">
                    <a:lumMod val="75000"/>
                    <a:lumOff val="25000"/>
                  </a:schemeClr>
                </a:solidFill>
                <a:latin typeface="微软雅黑" panose="020B0503020204020204" pitchFamily="34" charset="-122"/>
                <a:ea typeface="微软雅黑" panose="020B0503020204020204" pitchFamily="34" charset="-122"/>
              </a:rPr>
              <a:t>4.2 </a:t>
            </a:r>
            <a:r>
              <a:rPr lang="zh-CN" altLang="en-US" sz="2438" dirty="0">
                <a:solidFill>
                  <a:schemeClr val="tx1">
                    <a:lumMod val="75000"/>
                    <a:lumOff val="25000"/>
                  </a:schemeClr>
                </a:solidFill>
                <a:latin typeface="微软雅黑" panose="020B0503020204020204" pitchFamily="34" charset="-122"/>
                <a:ea typeface="微软雅黑" panose="020B0503020204020204" pitchFamily="34" charset="-122"/>
              </a:rPr>
              <a:t>未来展望</a:t>
            </a:r>
            <a:endParaRPr lang="en-US" altLang="zh-CN" sz="2438"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461002436"/>
      </p:ext>
    </p:extLst>
  </p:cSld>
  <p:clrMapOvr>
    <a:masterClrMapping/>
  </p:clrMapOvr>
  <mc:AlternateContent xmlns:mc="http://schemas.openxmlformats.org/markup-compatibility/2006" xmlns:p14="http://schemas.microsoft.com/office/powerpoint/2010/main">
    <mc:Choice Requires="p14">
      <p:transition p14:dur="0" advTm="1260"/>
    </mc:Choice>
    <mc:Fallback xmlns="">
      <p:transition advTm="1260"/>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剪去单角 6">
            <a:extLst>
              <a:ext uri="{FF2B5EF4-FFF2-40B4-BE49-F238E27FC236}">
                <a16:creationId xmlns:a16="http://schemas.microsoft.com/office/drawing/2014/main" id="{090DC2B6-60A5-388B-0BEC-885EF4760BEF}"/>
              </a:ext>
            </a:extLst>
          </p:cNvPr>
          <p:cNvSpPr/>
          <p:nvPr/>
        </p:nvSpPr>
        <p:spPr>
          <a:xfrm>
            <a:off x="456510" y="363276"/>
            <a:ext cx="453697" cy="434666"/>
          </a:xfrm>
          <a:prstGeom prst="snip1Rect">
            <a:avLst/>
          </a:prstGeom>
          <a:solidFill>
            <a:srgbClr val="00AF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802295" rtl="0" eaLnBrk="1" latinLnBrk="0" hangingPunct="1">
              <a:defRPr sz="1600" kern="1200">
                <a:solidFill>
                  <a:schemeClr val="lt1"/>
                </a:solidFill>
                <a:latin typeface="+mn-lt"/>
                <a:ea typeface="+mn-ea"/>
                <a:cs typeface="+mn-cs"/>
              </a:defRPr>
            </a:lvl1pPr>
            <a:lvl2pPr marL="401147" algn="l" defTabSz="802295" rtl="0" eaLnBrk="1" latinLnBrk="0" hangingPunct="1">
              <a:defRPr sz="1600" kern="1200">
                <a:solidFill>
                  <a:schemeClr val="lt1"/>
                </a:solidFill>
                <a:latin typeface="+mn-lt"/>
                <a:ea typeface="+mn-ea"/>
                <a:cs typeface="+mn-cs"/>
              </a:defRPr>
            </a:lvl2pPr>
            <a:lvl3pPr marL="802295" algn="l" defTabSz="802295" rtl="0" eaLnBrk="1" latinLnBrk="0" hangingPunct="1">
              <a:defRPr sz="1600" kern="1200">
                <a:solidFill>
                  <a:schemeClr val="lt1"/>
                </a:solidFill>
                <a:latin typeface="+mn-lt"/>
                <a:ea typeface="+mn-ea"/>
                <a:cs typeface="+mn-cs"/>
              </a:defRPr>
            </a:lvl3pPr>
            <a:lvl4pPr marL="1203442" algn="l" defTabSz="802295" rtl="0" eaLnBrk="1" latinLnBrk="0" hangingPunct="1">
              <a:defRPr sz="1600" kern="1200">
                <a:solidFill>
                  <a:schemeClr val="lt1"/>
                </a:solidFill>
                <a:latin typeface="+mn-lt"/>
                <a:ea typeface="+mn-ea"/>
                <a:cs typeface="+mn-cs"/>
              </a:defRPr>
            </a:lvl4pPr>
            <a:lvl5pPr marL="1604589" algn="l" defTabSz="802295" rtl="0" eaLnBrk="1" latinLnBrk="0" hangingPunct="1">
              <a:defRPr sz="1600" kern="1200">
                <a:solidFill>
                  <a:schemeClr val="lt1"/>
                </a:solidFill>
                <a:latin typeface="+mn-lt"/>
                <a:ea typeface="+mn-ea"/>
                <a:cs typeface="+mn-cs"/>
              </a:defRPr>
            </a:lvl5pPr>
            <a:lvl6pPr marL="2005736" algn="l" defTabSz="802295" rtl="0" eaLnBrk="1" latinLnBrk="0" hangingPunct="1">
              <a:defRPr sz="1600" kern="1200">
                <a:solidFill>
                  <a:schemeClr val="lt1"/>
                </a:solidFill>
                <a:latin typeface="+mn-lt"/>
                <a:ea typeface="+mn-ea"/>
                <a:cs typeface="+mn-cs"/>
              </a:defRPr>
            </a:lvl6pPr>
            <a:lvl7pPr marL="2406884" algn="l" defTabSz="802295" rtl="0" eaLnBrk="1" latinLnBrk="0" hangingPunct="1">
              <a:defRPr sz="1600" kern="1200">
                <a:solidFill>
                  <a:schemeClr val="lt1"/>
                </a:solidFill>
                <a:latin typeface="+mn-lt"/>
                <a:ea typeface="+mn-ea"/>
                <a:cs typeface="+mn-cs"/>
              </a:defRPr>
            </a:lvl7pPr>
            <a:lvl8pPr marL="2808031" algn="l" defTabSz="802295" rtl="0" eaLnBrk="1" latinLnBrk="0" hangingPunct="1">
              <a:defRPr sz="1600" kern="1200">
                <a:solidFill>
                  <a:schemeClr val="lt1"/>
                </a:solidFill>
                <a:latin typeface="+mn-lt"/>
                <a:ea typeface="+mn-ea"/>
                <a:cs typeface="+mn-cs"/>
              </a:defRPr>
            </a:lvl8pPr>
            <a:lvl9pPr marL="3209178" algn="l" defTabSz="802295" rtl="0" eaLnBrk="1" latinLnBrk="0" hangingPunct="1">
              <a:defRPr sz="1600" kern="1200">
                <a:solidFill>
                  <a:schemeClr val="lt1"/>
                </a:solidFill>
                <a:latin typeface="+mn-lt"/>
                <a:ea typeface="+mn-ea"/>
                <a:cs typeface="+mn-cs"/>
              </a:defRPr>
            </a:lvl9pPr>
          </a:lstStyle>
          <a:p>
            <a:pPr algn="ctr"/>
            <a:endParaRPr lang="zh-CN" altLang="en-US"/>
          </a:p>
        </p:txBody>
      </p:sp>
      <p:sp>
        <p:nvSpPr>
          <p:cNvPr id="8" name="矩形: 剪去单角 7">
            <a:extLst>
              <a:ext uri="{FF2B5EF4-FFF2-40B4-BE49-F238E27FC236}">
                <a16:creationId xmlns:a16="http://schemas.microsoft.com/office/drawing/2014/main" id="{7C49A1BE-A0E7-7AF3-F4A0-69B94FF892C6}"/>
              </a:ext>
            </a:extLst>
          </p:cNvPr>
          <p:cNvSpPr/>
          <p:nvPr/>
        </p:nvSpPr>
        <p:spPr>
          <a:xfrm>
            <a:off x="384502" y="435284"/>
            <a:ext cx="453697" cy="434666"/>
          </a:xfrm>
          <a:prstGeom prst="snip1Rect">
            <a:avLst/>
          </a:prstGeom>
          <a:solidFill>
            <a:srgbClr val="005EA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802295" rtl="0" eaLnBrk="1" latinLnBrk="0" hangingPunct="1">
              <a:defRPr sz="1600" kern="1200">
                <a:solidFill>
                  <a:schemeClr val="lt1"/>
                </a:solidFill>
                <a:latin typeface="+mn-lt"/>
                <a:ea typeface="+mn-ea"/>
                <a:cs typeface="+mn-cs"/>
              </a:defRPr>
            </a:lvl1pPr>
            <a:lvl2pPr marL="401147" algn="l" defTabSz="802295" rtl="0" eaLnBrk="1" latinLnBrk="0" hangingPunct="1">
              <a:defRPr sz="1600" kern="1200">
                <a:solidFill>
                  <a:schemeClr val="lt1"/>
                </a:solidFill>
                <a:latin typeface="+mn-lt"/>
                <a:ea typeface="+mn-ea"/>
                <a:cs typeface="+mn-cs"/>
              </a:defRPr>
            </a:lvl2pPr>
            <a:lvl3pPr marL="802295" algn="l" defTabSz="802295" rtl="0" eaLnBrk="1" latinLnBrk="0" hangingPunct="1">
              <a:defRPr sz="1600" kern="1200">
                <a:solidFill>
                  <a:schemeClr val="lt1"/>
                </a:solidFill>
                <a:latin typeface="+mn-lt"/>
                <a:ea typeface="+mn-ea"/>
                <a:cs typeface="+mn-cs"/>
              </a:defRPr>
            </a:lvl3pPr>
            <a:lvl4pPr marL="1203442" algn="l" defTabSz="802295" rtl="0" eaLnBrk="1" latinLnBrk="0" hangingPunct="1">
              <a:defRPr sz="1600" kern="1200">
                <a:solidFill>
                  <a:schemeClr val="lt1"/>
                </a:solidFill>
                <a:latin typeface="+mn-lt"/>
                <a:ea typeface="+mn-ea"/>
                <a:cs typeface="+mn-cs"/>
              </a:defRPr>
            </a:lvl4pPr>
            <a:lvl5pPr marL="1604589" algn="l" defTabSz="802295" rtl="0" eaLnBrk="1" latinLnBrk="0" hangingPunct="1">
              <a:defRPr sz="1600" kern="1200">
                <a:solidFill>
                  <a:schemeClr val="lt1"/>
                </a:solidFill>
                <a:latin typeface="+mn-lt"/>
                <a:ea typeface="+mn-ea"/>
                <a:cs typeface="+mn-cs"/>
              </a:defRPr>
            </a:lvl5pPr>
            <a:lvl6pPr marL="2005736" algn="l" defTabSz="802295" rtl="0" eaLnBrk="1" latinLnBrk="0" hangingPunct="1">
              <a:defRPr sz="1600" kern="1200">
                <a:solidFill>
                  <a:schemeClr val="lt1"/>
                </a:solidFill>
                <a:latin typeface="+mn-lt"/>
                <a:ea typeface="+mn-ea"/>
                <a:cs typeface="+mn-cs"/>
              </a:defRPr>
            </a:lvl6pPr>
            <a:lvl7pPr marL="2406884" algn="l" defTabSz="802295" rtl="0" eaLnBrk="1" latinLnBrk="0" hangingPunct="1">
              <a:defRPr sz="1600" kern="1200">
                <a:solidFill>
                  <a:schemeClr val="lt1"/>
                </a:solidFill>
                <a:latin typeface="+mn-lt"/>
                <a:ea typeface="+mn-ea"/>
                <a:cs typeface="+mn-cs"/>
              </a:defRPr>
            </a:lvl7pPr>
            <a:lvl8pPr marL="2808031" algn="l" defTabSz="802295" rtl="0" eaLnBrk="1" latinLnBrk="0" hangingPunct="1">
              <a:defRPr sz="1600" kern="1200">
                <a:solidFill>
                  <a:schemeClr val="lt1"/>
                </a:solidFill>
                <a:latin typeface="+mn-lt"/>
                <a:ea typeface="+mn-ea"/>
                <a:cs typeface="+mn-cs"/>
              </a:defRPr>
            </a:lvl8pPr>
            <a:lvl9pPr marL="3209178" algn="l" defTabSz="802295" rtl="0" eaLnBrk="1" latinLnBrk="0" hangingPunct="1">
              <a:defRPr sz="1600" kern="1200">
                <a:solidFill>
                  <a:schemeClr val="lt1"/>
                </a:solidFill>
                <a:latin typeface="+mn-lt"/>
                <a:ea typeface="+mn-ea"/>
                <a:cs typeface="+mn-cs"/>
              </a:defRPr>
            </a:lvl9pPr>
          </a:lstStyle>
          <a:p>
            <a:pPr algn="ctr"/>
            <a:endParaRPr lang="en-US" altLang="zh-CN" sz="4000" dirty="0">
              <a:latin typeface="方正兰亭准黑_GBK" panose="02000000000000000000" pitchFamily="2" charset="-122"/>
              <a:ea typeface="方正兰亭准黑_GBK" panose="02000000000000000000" pitchFamily="2" charset="-122"/>
            </a:endParaRPr>
          </a:p>
        </p:txBody>
      </p:sp>
      <p:sp>
        <p:nvSpPr>
          <p:cNvPr id="9" name="文本框 8">
            <a:extLst>
              <a:ext uri="{FF2B5EF4-FFF2-40B4-BE49-F238E27FC236}">
                <a16:creationId xmlns:a16="http://schemas.microsoft.com/office/drawing/2014/main" id="{B1AF1609-1A2E-42F7-1CDB-A412B6C665CA}"/>
              </a:ext>
            </a:extLst>
          </p:cNvPr>
          <p:cNvSpPr txBox="1"/>
          <p:nvPr/>
        </p:nvSpPr>
        <p:spPr>
          <a:xfrm>
            <a:off x="982215" y="422115"/>
            <a:ext cx="2809298" cy="375827"/>
          </a:xfrm>
          <a:prstGeom prst="rect">
            <a:avLst/>
          </a:prstGeom>
          <a:noFill/>
        </p:spPr>
        <p:txBody>
          <a:bodyPr wrap="square" lIns="67391" tIns="33696" rIns="67391" bIns="33696" rtlCol="0">
            <a:spAutoFit/>
          </a:bodyPr>
          <a:lstStyle>
            <a:defPPr>
              <a:defRPr lang="zh-CN"/>
            </a:defPPr>
            <a:lvl1pPr marL="0" algn="l" defTabSz="802295" rtl="0" eaLnBrk="1" latinLnBrk="0" hangingPunct="1">
              <a:defRPr sz="1600" kern="1200">
                <a:solidFill>
                  <a:schemeClr val="tx1"/>
                </a:solidFill>
                <a:latin typeface="+mn-lt"/>
                <a:ea typeface="+mn-ea"/>
                <a:cs typeface="+mn-cs"/>
              </a:defRPr>
            </a:lvl1pPr>
            <a:lvl2pPr marL="401147" algn="l" defTabSz="802295" rtl="0" eaLnBrk="1" latinLnBrk="0" hangingPunct="1">
              <a:defRPr sz="1600" kern="1200">
                <a:solidFill>
                  <a:schemeClr val="tx1"/>
                </a:solidFill>
                <a:latin typeface="+mn-lt"/>
                <a:ea typeface="+mn-ea"/>
                <a:cs typeface="+mn-cs"/>
              </a:defRPr>
            </a:lvl2pPr>
            <a:lvl3pPr marL="802295" algn="l" defTabSz="802295" rtl="0" eaLnBrk="1" latinLnBrk="0" hangingPunct="1">
              <a:defRPr sz="1600" kern="1200">
                <a:solidFill>
                  <a:schemeClr val="tx1"/>
                </a:solidFill>
                <a:latin typeface="+mn-lt"/>
                <a:ea typeface="+mn-ea"/>
                <a:cs typeface="+mn-cs"/>
              </a:defRPr>
            </a:lvl3pPr>
            <a:lvl4pPr marL="1203442" algn="l" defTabSz="802295" rtl="0" eaLnBrk="1" latinLnBrk="0" hangingPunct="1">
              <a:defRPr sz="1600" kern="1200">
                <a:solidFill>
                  <a:schemeClr val="tx1"/>
                </a:solidFill>
                <a:latin typeface="+mn-lt"/>
                <a:ea typeface="+mn-ea"/>
                <a:cs typeface="+mn-cs"/>
              </a:defRPr>
            </a:lvl4pPr>
            <a:lvl5pPr marL="1604589" algn="l" defTabSz="802295" rtl="0" eaLnBrk="1" latinLnBrk="0" hangingPunct="1">
              <a:defRPr sz="1600" kern="1200">
                <a:solidFill>
                  <a:schemeClr val="tx1"/>
                </a:solidFill>
                <a:latin typeface="+mn-lt"/>
                <a:ea typeface="+mn-ea"/>
                <a:cs typeface="+mn-cs"/>
              </a:defRPr>
            </a:lvl5pPr>
            <a:lvl6pPr marL="2005736" algn="l" defTabSz="802295" rtl="0" eaLnBrk="1" latinLnBrk="0" hangingPunct="1">
              <a:defRPr sz="1600" kern="1200">
                <a:solidFill>
                  <a:schemeClr val="tx1"/>
                </a:solidFill>
                <a:latin typeface="+mn-lt"/>
                <a:ea typeface="+mn-ea"/>
                <a:cs typeface="+mn-cs"/>
              </a:defRPr>
            </a:lvl6pPr>
            <a:lvl7pPr marL="2406884" algn="l" defTabSz="802295" rtl="0" eaLnBrk="1" latinLnBrk="0" hangingPunct="1">
              <a:defRPr sz="1600" kern="1200">
                <a:solidFill>
                  <a:schemeClr val="tx1"/>
                </a:solidFill>
                <a:latin typeface="+mn-lt"/>
                <a:ea typeface="+mn-ea"/>
                <a:cs typeface="+mn-cs"/>
              </a:defRPr>
            </a:lvl7pPr>
            <a:lvl8pPr marL="2808031" algn="l" defTabSz="802295" rtl="0" eaLnBrk="1" latinLnBrk="0" hangingPunct="1">
              <a:defRPr sz="1600" kern="1200">
                <a:solidFill>
                  <a:schemeClr val="tx1"/>
                </a:solidFill>
                <a:latin typeface="+mn-lt"/>
                <a:ea typeface="+mn-ea"/>
                <a:cs typeface="+mn-cs"/>
              </a:defRPr>
            </a:lvl8pPr>
            <a:lvl9pPr marL="3209178" algn="l" defTabSz="802295" rtl="0" eaLnBrk="1" latinLnBrk="0" hangingPunct="1">
              <a:defRPr sz="1600" kern="1200">
                <a:solidFill>
                  <a:schemeClr val="tx1"/>
                </a:solidFill>
                <a:latin typeface="+mn-lt"/>
                <a:ea typeface="+mn-ea"/>
                <a:cs typeface="+mn-cs"/>
              </a:defRPr>
            </a:lvl9pPr>
          </a:lstStyle>
          <a:p>
            <a:r>
              <a:rPr lang="en-US" altLang="zh-CN" sz="2000" dirty="0">
                <a:solidFill>
                  <a:srgbClr val="2D5593"/>
                </a:solidFill>
                <a:latin typeface="微软雅黑" panose="020B0503020204020204" pitchFamily="34" charset="-122"/>
                <a:ea typeface="微软雅黑" panose="020B0503020204020204" pitchFamily="34" charset="-122"/>
              </a:rPr>
              <a:t>4.1</a:t>
            </a:r>
            <a:r>
              <a:rPr lang="zh-CN" altLang="en-US" sz="2000" dirty="0">
                <a:solidFill>
                  <a:srgbClr val="2D5593"/>
                </a:solidFill>
                <a:latin typeface="微软雅黑" panose="020B0503020204020204" pitchFamily="34" charset="-122"/>
                <a:ea typeface="微软雅黑" panose="020B0503020204020204" pitchFamily="34" charset="-122"/>
              </a:rPr>
              <a:t> 课题总结</a:t>
            </a:r>
            <a:endParaRPr lang="en-US" altLang="zh-CN" sz="2000" dirty="0">
              <a:solidFill>
                <a:srgbClr val="2D5593"/>
              </a:solidFill>
              <a:latin typeface="微软雅黑" panose="020B0503020204020204" pitchFamily="34" charset="-122"/>
              <a:ea typeface="微软雅黑" panose="020B0503020204020204" pitchFamily="34" charset="-122"/>
            </a:endParaRPr>
          </a:p>
        </p:txBody>
      </p:sp>
      <p:sp>
        <p:nvSpPr>
          <p:cNvPr id="12" name="文本框 11">
            <a:extLst>
              <a:ext uri="{FF2B5EF4-FFF2-40B4-BE49-F238E27FC236}">
                <a16:creationId xmlns:a16="http://schemas.microsoft.com/office/drawing/2014/main" id="{C655A3E3-E8BB-8144-FD2E-FED74870E4EF}"/>
              </a:ext>
            </a:extLst>
          </p:cNvPr>
          <p:cNvSpPr txBox="1"/>
          <p:nvPr/>
        </p:nvSpPr>
        <p:spPr>
          <a:xfrm>
            <a:off x="1609725" y="2328089"/>
            <a:ext cx="8972550" cy="2201821"/>
          </a:xfrm>
          <a:prstGeom prst="rect">
            <a:avLst/>
          </a:prstGeom>
          <a:noFill/>
        </p:spPr>
        <p:txBody>
          <a:bodyPr wrap="square" rtlCol="0">
            <a:spAutoFit/>
          </a:bodyPr>
          <a:lstStyle/>
          <a:p>
            <a:pPr indent="279400">
              <a:lnSpc>
                <a:spcPct val="130000"/>
              </a:lnSpc>
            </a:pPr>
            <a:r>
              <a:rPr lang="zh-CN" altLang="zh-CN"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通过本课题的研究，我了解了多芯片</a:t>
            </a:r>
            <a:r>
              <a:rPr lang="en-US" altLang="zh-CN"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 FPGA </a:t>
            </a:r>
            <a:r>
              <a:rPr lang="zh-CN" altLang="zh-CN"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电路的划分的意义与原理，还包括作为多芯片</a:t>
            </a:r>
            <a:r>
              <a:rPr lang="en-US" altLang="zh-CN"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FPGA</a:t>
            </a:r>
            <a:r>
              <a:rPr lang="zh-CN" altLang="zh-CN"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电路的划分算法的理论支撑的（超）图划分，并在国内外前辈们的研究成果的基础上，完成了将原始数据中的</a:t>
            </a:r>
            <a:r>
              <a:rPr lang="en-US" altLang="zh-CN"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 clk_design1 </a:t>
            </a:r>
            <a:r>
              <a:rPr lang="zh-CN" altLang="zh-CN"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相关数据划分到</a:t>
            </a:r>
            <a:r>
              <a:rPr lang="en-US" altLang="zh-CN"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800" kern="1400" spc="-50" dirty="0" err="1">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Xlinx</a:t>
            </a:r>
            <a:r>
              <a:rPr lang="en-US" altLang="zh-CN"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 VU13P (4-dies) </a:t>
            </a:r>
            <a:r>
              <a:rPr lang="zh-CN" altLang="zh-CN"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的四个芯片中的任务，将划分结果的不同芯片内部资源利用率的平均差异控制在</a:t>
            </a:r>
            <a:r>
              <a:rPr lang="en-US" altLang="zh-CN"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de-DE" altLang="zh-CN"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0.365% </a:t>
            </a:r>
            <a:r>
              <a:rPr lang="zh-CN" altLang="zh-CN"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左右，各个</a:t>
            </a:r>
            <a:r>
              <a:rPr lang="en-US" altLang="zh-CN"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de-DE" altLang="zh-CN"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die </a:t>
            </a:r>
            <a:r>
              <a:rPr lang="zh-CN" altLang="zh-CN"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之间的物理连线控制在</a:t>
            </a:r>
            <a:r>
              <a:rPr lang="en-US" altLang="zh-CN"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de-DE" altLang="zh-CN"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660 </a:t>
            </a:r>
            <a:r>
              <a:rPr lang="zh-CN" altLang="zh-CN"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条，一定程度上证明了这套多芯片</a:t>
            </a:r>
            <a:r>
              <a:rPr lang="en-US" altLang="zh-CN"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de-DE" altLang="zh-CN"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FPGA </a:t>
            </a:r>
            <a:r>
              <a:rPr lang="zh-CN" altLang="zh-CN"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电路的划分算法在万门级情况下的可行性和有效性。</a:t>
            </a:r>
          </a:p>
        </p:txBody>
      </p:sp>
      <p:sp>
        <p:nvSpPr>
          <p:cNvPr id="2" name="文本框 1">
            <a:extLst>
              <a:ext uri="{FF2B5EF4-FFF2-40B4-BE49-F238E27FC236}">
                <a16:creationId xmlns:a16="http://schemas.microsoft.com/office/drawing/2014/main" id="{0890A1BD-0071-B74C-DBAA-3ABB9C17BF2F}"/>
              </a:ext>
            </a:extLst>
          </p:cNvPr>
          <p:cNvSpPr txBox="1"/>
          <p:nvPr/>
        </p:nvSpPr>
        <p:spPr>
          <a:xfrm>
            <a:off x="11542815" y="6270171"/>
            <a:ext cx="433449" cy="369332"/>
          </a:xfrm>
          <a:prstGeom prst="rect">
            <a:avLst/>
          </a:prstGeom>
          <a:noFill/>
        </p:spPr>
        <p:txBody>
          <a:bodyPr wrap="square" rtlCol="0">
            <a:spAutoFit/>
          </a:bodyPr>
          <a:lstStyle/>
          <a:p>
            <a:r>
              <a:rPr lang="en-US" altLang="zh-CN" dirty="0"/>
              <a:t>20</a:t>
            </a:r>
            <a:endParaRPr lang="zh-CN" altLang="en-US" dirty="0"/>
          </a:p>
        </p:txBody>
      </p:sp>
    </p:spTree>
    <p:extLst>
      <p:ext uri="{BB962C8B-B14F-4D97-AF65-F5344CB8AC3E}">
        <p14:creationId xmlns:p14="http://schemas.microsoft.com/office/powerpoint/2010/main" val="96596714"/>
      </p:ext>
    </p:extLst>
  </p:cSld>
  <p:clrMapOvr>
    <a:masterClrMapping/>
  </p:clrMapOvr>
  <mc:AlternateContent xmlns:mc="http://schemas.openxmlformats.org/markup-compatibility/2006" xmlns:p14="http://schemas.microsoft.com/office/powerpoint/2010/main">
    <mc:Choice Requires="p14">
      <p:transition p14:dur="10" advTm="1260"/>
    </mc:Choice>
    <mc:Fallback xmlns="">
      <p:transition advTm="1260"/>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剪去单角 6">
            <a:extLst>
              <a:ext uri="{FF2B5EF4-FFF2-40B4-BE49-F238E27FC236}">
                <a16:creationId xmlns:a16="http://schemas.microsoft.com/office/drawing/2014/main" id="{090DC2B6-60A5-388B-0BEC-885EF4760BEF}"/>
              </a:ext>
            </a:extLst>
          </p:cNvPr>
          <p:cNvSpPr/>
          <p:nvPr/>
        </p:nvSpPr>
        <p:spPr>
          <a:xfrm>
            <a:off x="456510" y="363276"/>
            <a:ext cx="453697" cy="434666"/>
          </a:xfrm>
          <a:prstGeom prst="snip1Rect">
            <a:avLst/>
          </a:prstGeom>
          <a:solidFill>
            <a:srgbClr val="00AF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802295" rtl="0" eaLnBrk="1" latinLnBrk="0" hangingPunct="1">
              <a:defRPr sz="1600" kern="1200">
                <a:solidFill>
                  <a:schemeClr val="lt1"/>
                </a:solidFill>
                <a:latin typeface="+mn-lt"/>
                <a:ea typeface="+mn-ea"/>
                <a:cs typeface="+mn-cs"/>
              </a:defRPr>
            </a:lvl1pPr>
            <a:lvl2pPr marL="401147" algn="l" defTabSz="802295" rtl="0" eaLnBrk="1" latinLnBrk="0" hangingPunct="1">
              <a:defRPr sz="1600" kern="1200">
                <a:solidFill>
                  <a:schemeClr val="lt1"/>
                </a:solidFill>
                <a:latin typeface="+mn-lt"/>
                <a:ea typeface="+mn-ea"/>
                <a:cs typeface="+mn-cs"/>
              </a:defRPr>
            </a:lvl2pPr>
            <a:lvl3pPr marL="802295" algn="l" defTabSz="802295" rtl="0" eaLnBrk="1" latinLnBrk="0" hangingPunct="1">
              <a:defRPr sz="1600" kern="1200">
                <a:solidFill>
                  <a:schemeClr val="lt1"/>
                </a:solidFill>
                <a:latin typeface="+mn-lt"/>
                <a:ea typeface="+mn-ea"/>
                <a:cs typeface="+mn-cs"/>
              </a:defRPr>
            </a:lvl3pPr>
            <a:lvl4pPr marL="1203442" algn="l" defTabSz="802295" rtl="0" eaLnBrk="1" latinLnBrk="0" hangingPunct="1">
              <a:defRPr sz="1600" kern="1200">
                <a:solidFill>
                  <a:schemeClr val="lt1"/>
                </a:solidFill>
                <a:latin typeface="+mn-lt"/>
                <a:ea typeface="+mn-ea"/>
                <a:cs typeface="+mn-cs"/>
              </a:defRPr>
            </a:lvl4pPr>
            <a:lvl5pPr marL="1604589" algn="l" defTabSz="802295" rtl="0" eaLnBrk="1" latinLnBrk="0" hangingPunct="1">
              <a:defRPr sz="1600" kern="1200">
                <a:solidFill>
                  <a:schemeClr val="lt1"/>
                </a:solidFill>
                <a:latin typeface="+mn-lt"/>
                <a:ea typeface="+mn-ea"/>
                <a:cs typeface="+mn-cs"/>
              </a:defRPr>
            </a:lvl5pPr>
            <a:lvl6pPr marL="2005736" algn="l" defTabSz="802295" rtl="0" eaLnBrk="1" latinLnBrk="0" hangingPunct="1">
              <a:defRPr sz="1600" kern="1200">
                <a:solidFill>
                  <a:schemeClr val="lt1"/>
                </a:solidFill>
                <a:latin typeface="+mn-lt"/>
                <a:ea typeface="+mn-ea"/>
                <a:cs typeface="+mn-cs"/>
              </a:defRPr>
            </a:lvl6pPr>
            <a:lvl7pPr marL="2406884" algn="l" defTabSz="802295" rtl="0" eaLnBrk="1" latinLnBrk="0" hangingPunct="1">
              <a:defRPr sz="1600" kern="1200">
                <a:solidFill>
                  <a:schemeClr val="lt1"/>
                </a:solidFill>
                <a:latin typeface="+mn-lt"/>
                <a:ea typeface="+mn-ea"/>
                <a:cs typeface="+mn-cs"/>
              </a:defRPr>
            </a:lvl7pPr>
            <a:lvl8pPr marL="2808031" algn="l" defTabSz="802295" rtl="0" eaLnBrk="1" latinLnBrk="0" hangingPunct="1">
              <a:defRPr sz="1600" kern="1200">
                <a:solidFill>
                  <a:schemeClr val="lt1"/>
                </a:solidFill>
                <a:latin typeface="+mn-lt"/>
                <a:ea typeface="+mn-ea"/>
                <a:cs typeface="+mn-cs"/>
              </a:defRPr>
            </a:lvl8pPr>
            <a:lvl9pPr marL="3209178" algn="l" defTabSz="802295" rtl="0" eaLnBrk="1" latinLnBrk="0" hangingPunct="1">
              <a:defRPr sz="1600" kern="1200">
                <a:solidFill>
                  <a:schemeClr val="lt1"/>
                </a:solidFill>
                <a:latin typeface="+mn-lt"/>
                <a:ea typeface="+mn-ea"/>
                <a:cs typeface="+mn-cs"/>
              </a:defRPr>
            </a:lvl9pPr>
          </a:lstStyle>
          <a:p>
            <a:pPr algn="ctr"/>
            <a:endParaRPr lang="zh-CN" altLang="en-US"/>
          </a:p>
        </p:txBody>
      </p:sp>
      <p:sp>
        <p:nvSpPr>
          <p:cNvPr id="8" name="矩形: 剪去单角 7">
            <a:extLst>
              <a:ext uri="{FF2B5EF4-FFF2-40B4-BE49-F238E27FC236}">
                <a16:creationId xmlns:a16="http://schemas.microsoft.com/office/drawing/2014/main" id="{7C49A1BE-A0E7-7AF3-F4A0-69B94FF892C6}"/>
              </a:ext>
            </a:extLst>
          </p:cNvPr>
          <p:cNvSpPr/>
          <p:nvPr/>
        </p:nvSpPr>
        <p:spPr>
          <a:xfrm>
            <a:off x="384502" y="435284"/>
            <a:ext cx="453697" cy="434666"/>
          </a:xfrm>
          <a:prstGeom prst="snip1Rect">
            <a:avLst/>
          </a:prstGeom>
          <a:solidFill>
            <a:srgbClr val="005EA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802295" rtl="0" eaLnBrk="1" latinLnBrk="0" hangingPunct="1">
              <a:defRPr sz="1600" kern="1200">
                <a:solidFill>
                  <a:schemeClr val="lt1"/>
                </a:solidFill>
                <a:latin typeface="+mn-lt"/>
                <a:ea typeface="+mn-ea"/>
                <a:cs typeface="+mn-cs"/>
              </a:defRPr>
            </a:lvl1pPr>
            <a:lvl2pPr marL="401147" algn="l" defTabSz="802295" rtl="0" eaLnBrk="1" latinLnBrk="0" hangingPunct="1">
              <a:defRPr sz="1600" kern="1200">
                <a:solidFill>
                  <a:schemeClr val="lt1"/>
                </a:solidFill>
                <a:latin typeface="+mn-lt"/>
                <a:ea typeface="+mn-ea"/>
                <a:cs typeface="+mn-cs"/>
              </a:defRPr>
            </a:lvl2pPr>
            <a:lvl3pPr marL="802295" algn="l" defTabSz="802295" rtl="0" eaLnBrk="1" latinLnBrk="0" hangingPunct="1">
              <a:defRPr sz="1600" kern="1200">
                <a:solidFill>
                  <a:schemeClr val="lt1"/>
                </a:solidFill>
                <a:latin typeface="+mn-lt"/>
                <a:ea typeface="+mn-ea"/>
                <a:cs typeface="+mn-cs"/>
              </a:defRPr>
            </a:lvl3pPr>
            <a:lvl4pPr marL="1203442" algn="l" defTabSz="802295" rtl="0" eaLnBrk="1" latinLnBrk="0" hangingPunct="1">
              <a:defRPr sz="1600" kern="1200">
                <a:solidFill>
                  <a:schemeClr val="lt1"/>
                </a:solidFill>
                <a:latin typeface="+mn-lt"/>
                <a:ea typeface="+mn-ea"/>
                <a:cs typeface="+mn-cs"/>
              </a:defRPr>
            </a:lvl4pPr>
            <a:lvl5pPr marL="1604589" algn="l" defTabSz="802295" rtl="0" eaLnBrk="1" latinLnBrk="0" hangingPunct="1">
              <a:defRPr sz="1600" kern="1200">
                <a:solidFill>
                  <a:schemeClr val="lt1"/>
                </a:solidFill>
                <a:latin typeface="+mn-lt"/>
                <a:ea typeface="+mn-ea"/>
                <a:cs typeface="+mn-cs"/>
              </a:defRPr>
            </a:lvl5pPr>
            <a:lvl6pPr marL="2005736" algn="l" defTabSz="802295" rtl="0" eaLnBrk="1" latinLnBrk="0" hangingPunct="1">
              <a:defRPr sz="1600" kern="1200">
                <a:solidFill>
                  <a:schemeClr val="lt1"/>
                </a:solidFill>
                <a:latin typeface="+mn-lt"/>
                <a:ea typeface="+mn-ea"/>
                <a:cs typeface="+mn-cs"/>
              </a:defRPr>
            </a:lvl6pPr>
            <a:lvl7pPr marL="2406884" algn="l" defTabSz="802295" rtl="0" eaLnBrk="1" latinLnBrk="0" hangingPunct="1">
              <a:defRPr sz="1600" kern="1200">
                <a:solidFill>
                  <a:schemeClr val="lt1"/>
                </a:solidFill>
                <a:latin typeface="+mn-lt"/>
                <a:ea typeface="+mn-ea"/>
                <a:cs typeface="+mn-cs"/>
              </a:defRPr>
            </a:lvl7pPr>
            <a:lvl8pPr marL="2808031" algn="l" defTabSz="802295" rtl="0" eaLnBrk="1" latinLnBrk="0" hangingPunct="1">
              <a:defRPr sz="1600" kern="1200">
                <a:solidFill>
                  <a:schemeClr val="lt1"/>
                </a:solidFill>
                <a:latin typeface="+mn-lt"/>
                <a:ea typeface="+mn-ea"/>
                <a:cs typeface="+mn-cs"/>
              </a:defRPr>
            </a:lvl8pPr>
            <a:lvl9pPr marL="3209178" algn="l" defTabSz="802295" rtl="0" eaLnBrk="1" latinLnBrk="0" hangingPunct="1">
              <a:defRPr sz="1600" kern="1200">
                <a:solidFill>
                  <a:schemeClr val="lt1"/>
                </a:solidFill>
                <a:latin typeface="+mn-lt"/>
                <a:ea typeface="+mn-ea"/>
                <a:cs typeface="+mn-cs"/>
              </a:defRPr>
            </a:lvl9pPr>
          </a:lstStyle>
          <a:p>
            <a:pPr algn="ctr"/>
            <a:endParaRPr lang="en-US" altLang="zh-CN" sz="4000" dirty="0">
              <a:latin typeface="方正兰亭准黑_GBK" panose="02000000000000000000" pitchFamily="2" charset="-122"/>
              <a:ea typeface="方正兰亭准黑_GBK" panose="02000000000000000000" pitchFamily="2" charset="-122"/>
            </a:endParaRPr>
          </a:p>
        </p:txBody>
      </p:sp>
      <p:sp>
        <p:nvSpPr>
          <p:cNvPr id="9" name="文本框 8">
            <a:extLst>
              <a:ext uri="{FF2B5EF4-FFF2-40B4-BE49-F238E27FC236}">
                <a16:creationId xmlns:a16="http://schemas.microsoft.com/office/drawing/2014/main" id="{B1AF1609-1A2E-42F7-1CDB-A412B6C665CA}"/>
              </a:ext>
            </a:extLst>
          </p:cNvPr>
          <p:cNvSpPr txBox="1"/>
          <p:nvPr/>
        </p:nvSpPr>
        <p:spPr>
          <a:xfrm>
            <a:off x="982215" y="422115"/>
            <a:ext cx="2809298" cy="375827"/>
          </a:xfrm>
          <a:prstGeom prst="rect">
            <a:avLst/>
          </a:prstGeom>
          <a:noFill/>
        </p:spPr>
        <p:txBody>
          <a:bodyPr wrap="square" lIns="67391" tIns="33696" rIns="67391" bIns="33696" rtlCol="0">
            <a:spAutoFit/>
          </a:bodyPr>
          <a:lstStyle>
            <a:defPPr>
              <a:defRPr lang="zh-CN"/>
            </a:defPPr>
            <a:lvl1pPr marL="0" algn="l" defTabSz="802295" rtl="0" eaLnBrk="1" latinLnBrk="0" hangingPunct="1">
              <a:defRPr sz="1600" kern="1200">
                <a:solidFill>
                  <a:schemeClr val="tx1"/>
                </a:solidFill>
                <a:latin typeface="+mn-lt"/>
                <a:ea typeface="+mn-ea"/>
                <a:cs typeface="+mn-cs"/>
              </a:defRPr>
            </a:lvl1pPr>
            <a:lvl2pPr marL="401147" algn="l" defTabSz="802295" rtl="0" eaLnBrk="1" latinLnBrk="0" hangingPunct="1">
              <a:defRPr sz="1600" kern="1200">
                <a:solidFill>
                  <a:schemeClr val="tx1"/>
                </a:solidFill>
                <a:latin typeface="+mn-lt"/>
                <a:ea typeface="+mn-ea"/>
                <a:cs typeface="+mn-cs"/>
              </a:defRPr>
            </a:lvl2pPr>
            <a:lvl3pPr marL="802295" algn="l" defTabSz="802295" rtl="0" eaLnBrk="1" latinLnBrk="0" hangingPunct="1">
              <a:defRPr sz="1600" kern="1200">
                <a:solidFill>
                  <a:schemeClr val="tx1"/>
                </a:solidFill>
                <a:latin typeface="+mn-lt"/>
                <a:ea typeface="+mn-ea"/>
                <a:cs typeface="+mn-cs"/>
              </a:defRPr>
            </a:lvl3pPr>
            <a:lvl4pPr marL="1203442" algn="l" defTabSz="802295" rtl="0" eaLnBrk="1" latinLnBrk="0" hangingPunct="1">
              <a:defRPr sz="1600" kern="1200">
                <a:solidFill>
                  <a:schemeClr val="tx1"/>
                </a:solidFill>
                <a:latin typeface="+mn-lt"/>
                <a:ea typeface="+mn-ea"/>
                <a:cs typeface="+mn-cs"/>
              </a:defRPr>
            </a:lvl4pPr>
            <a:lvl5pPr marL="1604589" algn="l" defTabSz="802295" rtl="0" eaLnBrk="1" latinLnBrk="0" hangingPunct="1">
              <a:defRPr sz="1600" kern="1200">
                <a:solidFill>
                  <a:schemeClr val="tx1"/>
                </a:solidFill>
                <a:latin typeface="+mn-lt"/>
                <a:ea typeface="+mn-ea"/>
                <a:cs typeface="+mn-cs"/>
              </a:defRPr>
            </a:lvl5pPr>
            <a:lvl6pPr marL="2005736" algn="l" defTabSz="802295" rtl="0" eaLnBrk="1" latinLnBrk="0" hangingPunct="1">
              <a:defRPr sz="1600" kern="1200">
                <a:solidFill>
                  <a:schemeClr val="tx1"/>
                </a:solidFill>
                <a:latin typeface="+mn-lt"/>
                <a:ea typeface="+mn-ea"/>
                <a:cs typeface="+mn-cs"/>
              </a:defRPr>
            </a:lvl6pPr>
            <a:lvl7pPr marL="2406884" algn="l" defTabSz="802295" rtl="0" eaLnBrk="1" latinLnBrk="0" hangingPunct="1">
              <a:defRPr sz="1600" kern="1200">
                <a:solidFill>
                  <a:schemeClr val="tx1"/>
                </a:solidFill>
                <a:latin typeface="+mn-lt"/>
                <a:ea typeface="+mn-ea"/>
                <a:cs typeface="+mn-cs"/>
              </a:defRPr>
            </a:lvl7pPr>
            <a:lvl8pPr marL="2808031" algn="l" defTabSz="802295" rtl="0" eaLnBrk="1" latinLnBrk="0" hangingPunct="1">
              <a:defRPr sz="1600" kern="1200">
                <a:solidFill>
                  <a:schemeClr val="tx1"/>
                </a:solidFill>
                <a:latin typeface="+mn-lt"/>
                <a:ea typeface="+mn-ea"/>
                <a:cs typeface="+mn-cs"/>
              </a:defRPr>
            </a:lvl8pPr>
            <a:lvl9pPr marL="3209178" algn="l" defTabSz="802295" rtl="0" eaLnBrk="1" latinLnBrk="0" hangingPunct="1">
              <a:defRPr sz="1600" kern="1200">
                <a:solidFill>
                  <a:schemeClr val="tx1"/>
                </a:solidFill>
                <a:latin typeface="+mn-lt"/>
                <a:ea typeface="+mn-ea"/>
                <a:cs typeface="+mn-cs"/>
              </a:defRPr>
            </a:lvl9pPr>
          </a:lstStyle>
          <a:p>
            <a:r>
              <a:rPr lang="en-US" altLang="zh-CN" sz="2000" dirty="0">
                <a:solidFill>
                  <a:srgbClr val="2D5593"/>
                </a:solidFill>
                <a:latin typeface="微软雅黑" panose="020B0503020204020204" pitchFamily="34" charset="-122"/>
                <a:ea typeface="微软雅黑" panose="020B0503020204020204" pitchFamily="34" charset="-122"/>
              </a:rPr>
              <a:t>4.1</a:t>
            </a:r>
            <a:r>
              <a:rPr lang="zh-CN" altLang="en-US" sz="2000" dirty="0">
                <a:solidFill>
                  <a:srgbClr val="2D5593"/>
                </a:solidFill>
                <a:latin typeface="微软雅黑" panose="020B0503020204020204" pitchFamily="34" charset="-122"/>
                <a:ea typeface="微软雅黑" panose="020B0503020204020204" pitchFamily="34" charset="-122"/>
              </a:rPr>
              <a:t> 课题总结</a:t>
            </a:r>
            <a:endParaRPr lang="en-US" altLang="zh-CN" sz="2000" dirty="0">
              <a:solidFill>
                <a:srgbClr val="2D5593"/>
              </a:solidFill>
              <a:latin typeface="微软雅黑" panose="020B0503020204020204" pitchFamily="34" charset="-122"/>
              <a:ea typeface="微软雅黑" panose="020B0503020204020204" pitchFamily="34" charset="-122"/>
            </a:endParaRPr>
          </a:p>
        </p:txBody>
      </p:sp>
      <p:grpSp>
        <p:nvGrpSpPr>
          <p:cNvPr id="2" name="组 40">
            <a:extLst>
              <a:ext uri="{FF2B5EF4-FFF2-40B4-BE49-F238E27FC236}">
                <a16:creationId xmlns:a16="http://schemas.microsoft.com/office/drawing/2014/main" id="{F0717A76-D3B6-E330-1CD1-F20798D67AF4}"/>
              </a:ext>
            </a:extLst>
          </p:cNvPr>
          <p:cNvGrpSpPr/>
          <p:nvPr/>
        </p:nvGrpSpPr>
        <p:grpSpPr>
          <a:xfrm>
            <a:off x="1270660" y="1304526"/>
            <a:ext cx="4263241" cy="4755532"/>
            <a:chOff x="545910" y="4232169"/>
            <a:chExt cx="11245755" cy="2377706"/>
          </a:xfrm>
        </p:grpSpPr>
        <p:sp>
          <p:nvSpPr>
            <p:cNvPr id="3" name="圆角矩形 9">
              <a:extLst>
                <a:ext uri="{FF2B5EF4-FFF2-40B4-BE49-F238E27FC236}">
                  <a16:creationId xmlns:a16="http://schemas.microsoft.com/office/drawing/2014/main" id="{09998BD9-C1CD-965F-9205-DD742FEEF2AC}"/>
                </a:ext>
              </a:extLst>
            </p:cNvPr>
            <p:cNvSpPr/>
            <p:nvPr/>
          </p:nvSpPr>
          <p:spPr>
            <a:xfrm>
              <a:off x="545910" y="4406204"/>
              <a:ext cx="11245755" cy="2203671"/>
            </a:xfrm>
            <a:prstGeom prst="round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802295" rtl="0" eaLnBrk="1" latinLnBrk="0" hangingPunct="1">
                <a:defRPr sz="1600" kern="1200">
                  <a:solidFill>
                    <a:schemeClr val="lt1"/>
                  </a:solidFill>
                  <a:latin typeface="+mn-lt"/>
                  <a:ea typeface="+mn-ea"/>
                  <a:cs typeface="+mn-cs"/>
                </a:defRPr>
              </a:lvl1pPr>
              <a:lvl2pPr marL="401147" algn="l" defTabSz="802295" rtl="0" eaLnBrk="1" latinLnBrk="0" hangingPunct="1">
                <a:defRPr sz="1600" kern="1200">
                  <a:solidFill>
                    <a:schemeClr val="lt1"/>
                  </a:solidFill>
                  <a:latin typeface="+mn-lt"/>
                  <a:ea typeface="+mn-ea"/>
                  <a:cs typeface="+mn-cs"/>
                </a:defRPr>
              </a:lvl2pPr>
              <a:lvl3pPr marL="802295" algn="l" defTabSz="802295" rtl="0" eaLnBrk="1" latinLnBrk="0" hangingPunct="1">
                <a:defRPr sz="1600" kern="1200">
                  <a:solidFill>
                    <a:schemeClr val="lt1"/>
                  </a:solidFill>
                  <a:latin typeface="+mn-lt"/>
                  <a:ea typeface="+mn-ea"/>
                  <a:cs typeface="+mn-cs"/>
                </a:defRPr>
              </a:lvl3pPr>
              <a:lvl4pPr marL="1203442" algn="l" defTabSz="802295" rtl="0" eaLnBrk="1" latinLnBrk="0" hangingPunct="1">
                <a:defRPr sz="1600" kern="1200">
                  <a:solidFill>
                    <a:schemeClr val="lt1"/>
                  </a:solidFill>
                  <a:latin typeface="+mn-lt"/>
                  <a:ea typeface="+mn-ea"/>
                  <a:cs typeface="+mn-cs"/>
                </a:defRPr>
              </a:lvl4pPr>
              <a:lvl5pPr marL="1604589" algn="l" defTabSz="802295" rtl="0" eaLnBrk="1" latinLnBrk="0" hangingPunct="1">
                <a:defRPr sz="1600" kern="1200">
                  <a:solidFill>
                    <a:schemeClr val="lt1"/>
                  </a:solidFill>
                  <a:latin typeface="+mn-lt"/>
                  <a:ea typeface="+mn-ea"/>
                  <a:cs typeface="+mn-cs"/>
                </a:defRPr>
              </a:lvl5pPr>
              <a:lvl6pPr marL="2005736" algn="l" defTabSz="802295" rtl="0" eaLnBrk="1" latinLnBrk="0" hangingPunct="1">
                <a:defRPr sz="1600" kern="1200">
                  <a:solidFill>
                    <a:schemeClr val="lt1"/>
                  </a:solidFill>
                  <a:latin typeface="+mn-lt"/>
                  <a:ea typeface="+mn-ea"/>
                  <a:cs typeface="+mn-cs"/>
                </a:defRPr>
              </a:lvl6pPr>
              <a:lvl7pPr marL="2406884" algn="l" defTabSz="802295" rtl="0" eaLnBrk="1" latinLnBrk="0" hangingPunct="1">
                <a:defRPr sz="1600" kern="1200">
                  <a:solidFill>
                    <a:schemeClr val="lt1"/>
                  </a:solidFill>
                  <a:latin typeface="+mn-lt"/>
                  <a:ea typeface="+mn-ea"/>
                  <a:cs typeface="+mn-cs"/>
                </a:defRPr>
              </a:lvl7pPr>
              <a:lvl8pPr marL="2808031" algn="l" defTabSz="802295" rtl="0" eaLnBrk="1" latinLnBrk="0" hangingPunct="1">
                <a:defRPr sz="1600" kern="1200">
                  <a:solidFill>
                    <a:schemeClr val="lt1"/>
                  </a:solidFill>
                  <a:latin typeface="+mn-lt"/>
                  <a:ea typeface="+mn-ea"/>
                  <a:cs typeface="+mn-cs"/>
                </a:defRPr>
              </a:lvl8pPr>
              <a:lvl9pPr marL="3209178" algn="l" defTabSz="802295" rtl="0" eaLnBrk="1" latinLnBrk="0" hangingPunct="1">
                <a:defRPr sz="1600" kern="1200">
                  <a:solidFill>
                    <a:schemeClr val="lt1"/>
                  </a:solidFill>
                  <a:latin typeface="+mn-lt"/>
                  <a:ea typeface="+mn-ea"/>
                  <a:cs typeface="+mn-cs"/>
                </a:defRPr>
              </a:lvl9pPr>
            </a:lstStyle>
            <a:p>
              <a:pPr algn="ctr"/>
              <a:endParaRPr kumimoji="1" lang="zh-CN" altLang="en-US"/>
            </a:p>
          </p:txBody>
        </p:sp>
        <p:grpSp>
          <p:nvGrpSpPr>
            <p:cNvPr id="4" name="组 39">
              <a:extLst>
                <a:ext uri="{FF2B5EF4-FFF2-40B4-BE49-F238E27FC236}">
                  <a16:creationId xmlns:a16="http://schemas.microsoft.com/office/drawing/2014/main" id="{E202CF79-FB12-CF8E-D886-1634BE0E2F78}"/>
                </a:ext>
              </a:extLst>
            </p:cNvPr>
            <p:cNvGrpSpPr/>
            <p:nvPr/>
          </p:nvGrpSpPr>
          <p:grpSpPr>
            <a:xfrm>
              <a:off x="4068195" y="4232169"/>
              <a:ext cx="4231472" cy="320284"/>
              <a:chOff x="4136503" y="3847657"/>
              <a:chExt cx="4231472" cy="458927"/>
            </a:xfrm>
          </p:grpSpPr>
          <p:sp>
            <p:nvSpPr>
              <p:cNvPr id="5" name="圆角矩形 11">
                <a:extLst>
                  <a:ext uri="{FF2B5EF4-FFF2-40B4-BE49-F238E27FC236}">
                    <a16:creationId xmlns:a16="http://schemas.microsoft.com/office/drawing/2014/main" id="{AAF16CCB-2E3F-A698-BC15-2DDD5F6BBDDB}"/>
                  </a:ext>
                </a:extLst>
              </p:cNvPr>
              <p:cNvSpPr/>
              <p:nvPr/>
            </p:nvSpPr>
            <p:spPr>
              <a:xfrm>
                <a:off x="4136503" y="3847657"/>
                <a:ext cx="4231472" cy="425390"/>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802295" rtl="0" eaLnBrk="1" latinLnBrk="0" hangingPunct="1">
                  <a:defRPr sz="1600" kern="1200">
                    <a:solidFill>
                      <a:schemeClr val="lt1"/>
                    </a:solidFill>
                    <a:latin typeface="+mn-lt"/>
                    <a:ea typeface="+mn-ea"/>
                    <a:cs typeface="+mn-cs"/>
                  </a:defRPr>
                </a:lvl1pPr>
                <a:lvl2pPr marL="401147" algn="l" defTabSz="802295" rtl="0" eaLnBrk="1" latinLnBrk="0" hangingPunct="1">
                  <a:defRPr sz="1600" kern="1200">
                    <a:solidFill>
                      <a:schemeClr val="lt1"/>
                    </a:solidFill>
                    <a:latin typeface="+mn-lt"/>
                    <a:ea typeface="+mn-ea"/>
                    <a:cs typeface="+mn-cs"/>
                  </a:defRPr>
                </a:lvl2pPr>
                <a:lvl3pPr marL="802295" algn="l" defTabSz="802295" rtl="0" eaLnBrk="1" latinLnBrk="0" hangingPunct="1">
                  <a:defRPr sz="1600" kern="1200">
                    <a:solidFill>
                      <a:schemeClr val="lt1"/>
                    </a:solidFill>
                    <a:latin typeface="+mn-lt"/>
                    <a:ea typeface="+mn-ea"/>
                    <a:cs typeface="+mn-cs"/>
                  </a:defRPr>
                </a:lvl3pPr>
                <a:lvl4pPr marL="1203442" algn="l" defTabSz="802295" rtl="0" eaLnBrk="1" latinLnBrk="0" hangingPunct="1">
                  <a:defRPr sz="1600" kern="1200">
                    <a:solidFill>
                      <a:schemeClr val="lt1"/>
                    </a:solidFill>
                    <a:latin typeface="+mn-lt"/>
                    <a:ea typeface="+mn-ea"/>
                    <a:cs typeface="+mn-cs"/>
                  </a:defRPr>
                </a:lvl4pPr>
                <a:lvl5pPr marL="1604589" algn="l" defTabSz="802295" rtl="0" eaLnBrk="1" latinLnBrk="0" hangingPunct="1">
                  <a:defRPr sz="1600" kern="1200">
                    <a:solidFill>
                      <a:schemeClr val="lt1"/>
                    </a:solidFill>
                    <a:latin typeface="+mn-lt"/>
                    <a:ea typeface="+mn-ea"/>
                    <a:cs typeface="+mn-cs"/>
                  </a:defRPr>
                </a:lvl5pPr>
                <a:lvl6pPr marL="2005736" algn="l" defTabSz="802295" rtl="0" eaLnBrk="1" latinLnBrk="0" hangingPunct="1">
                  <a:defRPr sz="1600" kern="1200">
                    <a:solidFill>
                      <a:schemeClr val="lt1"/>
                    </a:solidFill>
                    <a:latin typeface="+mn-lt"/>
                    <a:ea typeface="+mn-ea"/>
                    <a:cs typeface="+mn-cs"/>
                  </a:defRPr>
                </a:lvl6pPr>
                <a:lvl7pPr marL="2406884" algn="l" defTabSz="802295" rtl="0" eaLnBrk="1" latinLnBrk="0" hangingPunct="1">
                  <a:defRPr sz="1600" kern="1200">
                    <a:solidFill>
                      <a:schemeClr val="lt1"/>
                    </a:solidFill>
                    <a:latin typeface="+mn-lt"/>
                    <a:ea typeface="+mn-ea"/>
                    <a:cs typeface="+mn-cs"/>
                  </a:defRPr>
                </a:lvl7pPr>
                <a:lvl8pPr marL="2808031" algn="l" defTabSz="802295" rtl="0" eaLnBrk="1" latinLnBrk="0" hangingPunct="1">
                  <a:defRPr sz="1600" kern="1200">
                    <a:solidFill>
                      <a:schemeClr val="lt1"/>
                    </a:solidFill>
                    <a:latin typeface="+mn-lt"/>
                    <a:ea typeface="+mn-ea"/>
                    <a:cs typeface="+mn-cs"/>
                  </a:defRPr>
                </a:lvl8pPr>
                <a:lvl9pPr marL="3209178" algn="l" defTabSz="802295" rtl="0" eaLnBrk="1" latinLnBrk="0" hangingPunct="1">
                  <a:defRPr sz="1600" kern="1200">
                    <a:solidFill>
                      <a:schemeClr val="lt1"/>
                    </a:solidFill>
                    <a:latin typeface="+mn-lt"/>
                    <a:ea typeface="+mn-ea"/>
                    <a:cs typeface="+mn-cs"/>
                  </a:defRPr>
                </a:lvl9pPr>
              </a:lstStyle>
              <a:p>
                <a:pPr algn="ctr"/>
                <a:endParaRPr kumimoji="1" lang="zh-CN" altLang="en-US"/>
              </a:p>
            </p:txBody>
          </p:sp>
          <p:sp>
            <p:nvSpPr>
              <p:cNvPr id="6" name="文本框 8">
                <a:extLst>
                  <a:ext uri="{FF2B5EF4-FFF2-40B4-BE49-F238E27FC236}">
                    <a16:creationId xmlns:a16="http://schemas.microsoft.com/office/drawing/2014/main" id="{61F7864B-2D13-5221-60EC-EA55082D0BF6}"/>
                  </a:ext>
                </a:extLst>
              </p:cNvPr>
              <p:cNvSpPr txBox="1"/>
              <p:nvPr/>
            </p:nvSpPr>
            <p:spPr>
              <a:xfrm>
                <a:off x="4604074" y="3899189"/>
                <a:ext cx="3266036" cy="407395"/>
              </a:xfrm>
              <a:prstGeom prst="rect">
                <a:avLst/>
              </a:prstGeom>
              <a:noFill/>
            </p:spPr>
            <p:txBody>
              <a:bodyPr wrap="square" rtlCol="0">
                <a:spAutoFit/>
              </a:bodyPr>
              <a:lstStyle>
                <a:defPPr>
                  <a:defRPr lang="zh-CN"/>
                </a:defPPr>
                <a:lvl1pPr marL="0" algn="l" defTabSz="802295" rtl="0" eaLnBrk="1" latinLnBrk="0" hangingPunct="1">
                  <a:defRPr sz="1600" kern="1200">
                    <a:solidFill>
                      <a:schemeClr val="tx1"/>
                    </a:solidFill>
                    <a:latin typeface="+mn-lt"/>
                    <a:ea typeface="+mn-ea"/>
                    <a:cs typeface="+mn-cs"/>
                  </a:defRPr>
                </a:lvl1pPr>
                <a:lvl2pPr marL="401147" algn="l" defTabSz="802295" rtl="0" eaLnBrk="1" latinLnBrk="0" hangingPunct="1">
                  <a:defRPr sz="1600" kern="1200">
                    <a:solidFill>
                      <a:schemeClr val="tx1"/>
                    </a:solidFill>
                    <a:latin typeface="+mn-lt"/>
                    <a:ea typeface="+mn-ea"/>
                    <a:cs typeface="+mn-cs"/>
                  </a:defRPr>
                </a:lvl2pPr>
                <a:lvl3pPr marL="802295" algn="l" defTabSz="802295" rtl="0" eaLnBrk="1" latinLnBrk="0" hangingPunct="1">
                  <a:defRPr sz="1600" kern="1200">
                    <a:solidFill>
                      <a:schemeClr val="tx1"/>
                    </a:solidFill>
                    <a:latin typeface="+mn-lt"/>
                    <a:ea typeface="+mn-ea"/>
                    <a:cs typeface="+mn-cs"/>
                  </a:defRPr>
                </a:lvl3pPr>
                <a:lvl4pPr marL="1203442" algn="l" defTabSz="802295" rtl="0" eaLnBrk="1" latinLnBrk="0" hangingPunct="1">
                  <a:defRPr sz="1600" kern="1200">
                    <a:solidFill>
                      <a:schemeClr val="tx1"/>
                    </a:solidFill>
                    <a:latin typeface="+mn-lt"/>
                    <a:ea typeface="+mn-ea"/>
                    <a:cs typeface="+mn-cs"/>
                  </a:defRPr>
                </a:lvl4pPr>
                <a:lvl5pPr marL="1604589" algn="l" defTabSz="802295" rtl="0" eaLnBrk="1" latinLnBrk="0" hangingPunct="1">
                  <a:defRPr sz="1600" kern="1200">
                    <a:solidFill>
                      <a:schemeClr val="tx1"/>
                    </a:solidFill>
                    <a:latin typeface="+mn-lt"/>
                    <a:ea typeface="+mn-ea"/>
                    <a:cs typeface="+mn-cs"/>
                  </a:defRPr>
                </a:lvl5pPr>
                <a:lvl6pPr marL="2005736" algn="l" defTabSz="802295" rtl="0" eaLnBrk="1" latinLnBrk="0" hangingPunct="1">
                  <a:defRPr sz="1600" kern="1200">
                    <a:solidFill>
                      <a:schemeClr val="tx1"/>
                    </a:solidFill>
                    <a:latin typeface="+mn-lt"/>
                    <a:ea typeface="+mn-ea"/>
                    <a:cs typeface="+mn-cs"/>
                  </a:defRPr>
                </a:lvl6pPr>
                <a:lvl7pPr marL="2406884" algn="l" defTabSz="802295" rtl="0" eaLnBrk="1" latinLnBrk="0" hangingPunct="1">
                  <a:defRPr sz="1600" kern="1200">
                    <a:solidFill>
                      <a:schemeClr val="tx1"/>
                    </a:solidFill>
                    <a:latin typeface="+mn-lt"/>
                    <a:ea typeface="+mn-ea"/>
                    <a:cs typeface="+mn-cs"/>
                  </a:defRPr>
                </a:lvl7pPr>
                <a:lvl8pPr marL="2808031" algn="l" defTabSz="802295" rtl="0" eaLnBrk="1" latinLnBrk="0" hangingPunct="1">
                  <a:defRPr sz="1600" kern="1200">
                    <a:solidFill>
                      <a:schemeClr val="tx1"/>
                    </a:solidFill>
                    <a:latin typeface="+mn-lt"/>
                    <a:ea typeface="+mn-ea"/>
                    <a:cs typeface="+mn-cs"/>
                  </a:defRPr>
                </a:lvl8pPr>
                <a:lvl9pPr marL="3209178" algn="l" defTabSz="802295" rtl="0" eaLnBrk="1" latinLnBrk="0" hangingPunct="1">
                  <a:defRPr sz="1600" kern="1200">
                    <a:solidFill>
                      <a:schemeClr val="tx1"/>
                    </a:solidFill>
                    <a:latin typeface="+mn-lt"/>
                    <a:ea typeface="+mn-ea"/>
                    <a:cs typeface="+mn-cs"/>
                  </a:defRPr>
                </a:lvl9pPr>
              </a:lstStyle>
              <a:p>
                <a:pPr algn="ctr"/>
                <a:r>
                  <a:rPr lang="zh-CN" altLang="en-US" sz="2100" b="1" dirty="0">
                    <a:solidFill>
                      <a:schemeClr val="bg1"/>
                    </a:solidFill>
                    <a:latin typeface="微软雅黑" panose="020B0503020204020204" pitchFamily="34" charset="-122"/>
                    <a:ea typeface="微软雅黑" panose="020B0503020204020204" pitchFamily="34" charset="-122"/>
                  </a:rPr>
                  <a:t>不足</a:t>
                </a:r>
                <a:endParaRPr lang="en-US" altLang="zh-CN" sz="2100" b="1" dirty="0">
                  <a:solidFill>
                    <a:schemeClr val="bg1"/>
                  </a:solidFill>
                  <a:latin typeface="微软雅黑" panose="020B0503020204020204" pitchFamily="34" charset="-122"/>
                  <a:ea typeface="微软雅黑" panose="020B0503020204020204" pitchFamily="34" charset="-122"/>
                </a:endParaRPr>
              </a:p>
            </p:txBody>
          </p:sp>
        </p:grpSp>
      </p:grpSp>
      <p:sp>
        <p:nvSpPr>
          <p:cNvPr id="10" name="文本框 9">
            <a:extLst>
              <a:ext uri="{FF2B5EF4-FFF2-40B4-BE49-F238E27FC236}">
                <a16:creationId xmlns:a16="http://schemas.microsoft.com/office/drawing/2014/main" id="{9ADD29A6-9F73-E462-FD8D-D4F00A8A1EF8}"/>
              </a:ext>
            </a:extLst>
          </p:cNvPr>
          <p:cNvSpPr txBox="1"/>
          <p:nvPr/>
        </p:nvSpPr>
        <p:spPr>
          <a:xfrm>
            <a:off x="1559076" y="2283758"/>
            <a:ext cx="3690108" cy="3416320"/>
          </a:xfrm>
          <a:prstGeom prst="rect">
            <a:avLst/>
          </a:prstGeom>
          <a:noFill/>
        </p:spPr>
        <p:txBody>
          <a:bodyPr wrap="square" rtlCol="0">
            <a:spAutoFit/>
          </a:bodyPr>
          <a:lstStyle/>
          <a:p>
            <a:pPr marL="342900" indent="-342900">
              <a:buFont typeface="+mj-ea"/>
              <a:buAutoNum type="circleNumDbPlain"/>
            </a:pPr>
            <a:r>
              <a:rPr lang="zh-CN" altLang="en-US" dirty="0">
                <a:latin typeface="微软雅黑" panose="020B0503020204020204" pitchFamily="34" charset="-122"/>
                <a:ea typeface="微软雅黑" panose="020B0503020204020204" pitchFamily="34" charset="-122"/>
              </a:rPr>
              <a:t>实践检验是，初始划分结果较好，致使算法中的优化部分的有效性的可信度不高。</a:t>
            </a:r>
            <a:endParaRPr lang="en-US" altLang="zh-CN" dirty="0">
              <a:latin typeface="微软雅黑" panose="020B0503020204020204" pitchFamily="34" charset="-122"/>
              <a:ea typeface="微软雅黑" panose="020B0503020204020204" pitchFamily="34" charset="-122"/>
            </a:endParaRPr>
          </a:p>
          <a:p>
            <a:pPr marL="342900" indent="-342900">
              <a:buFont typeface="+mj-ea"/>
              <a:buAutoNum type="circleNumDbPlain"/>
            </a:pPr>
            <a:endParaRPr lang="zh-CN" altLang="en-US" dirty="0">
              <a:latin typeface="微软雅黑" panose="020B0503020204020204" pitchFamily="34" charset="-122"/>
              <a:ea typeface="微软雅黑" panose="020B0503020204020204" pitchFamily="34" charset="-122"/>
            </a:endParaRPr>
          </a:p>
          <a:p>
            <a:pPr marL="342900" indent="-342900">
              <a:buFont typeface="+mj-ea"/>
              <a:buAutoNum type="circleNumDbPlain"/>
            </a:pPr>
            <a:r>
              <a:rPr lang="zh-CN" altLang="en-US" dirty="0">
                <a:latin typeface="微软雅黑" panose="020B0503020204020204" pitchFamily="34" charset="-122"/>
                <a:ea typeface="微软雅黑" panose="020B0503020204020204" pitchFamily="34" charset="-122"/>
              </a:rPr>
              <a:t>算法设计时是分步设计，并未将整个划分流程合并。</a:t>
            </a:r>
            <a:endParaRPr lang="en-US" altLang="zh-CN" dirty="0">
              <a:latin typeface="微软雅黑" panose="020B0503020204020204" pitchFamily="34" charset="-122"/>
              <a:ea typeface="微软雅黑" panose="020B0503020204020204" pitchFamily="34" charset="-122"/>
            </a:endParaRPr>
          </a:p>
          <a:p>
            <a:pPr marL="342900" indent="-342900">
              <a:buFont typeface="+mj-ea"/>
              <a:buAutoNum type="circleNumDbPlain"/>
            </a:pPr>
            <a:endParaRPr lang="zh-CN" altLang="en-US" dirty="0">
              <a:latin typeface="微软雅黑" panose="020B0503020204020204" pitchFamily="34" charset="-122"/>
              <a:ea typeface="微软雅黑" panose="020B0503020204020204" pitchFamily="34" charset="-122"/>
            </a:endParaRPr>
          </a:p>
          <a:p>
            <a:pPr marL="342900" indent="-342900">
              <a:buFont typeface="+mj-ea"/>
              <a:buAutoNum type="circleNumDbPlain"/>
            </a:pPr>
            <a:r>
              <a:rPr lang="zh-CN" altLang="en-US" dirty="0">
                <a:latin typeface="微软雅黑" panose="020B0503020204020204" pitchFamily="34" charset="-122"/>
                <a:ea typeface="微软雅黑" panose="020B0503020204020204" pitchFamily="34" charset="-122"/>
              </a:rPr>
              <a:t>受硬件影响，该算法还未在</a:t>
            </a:r>
            <a:r>
              <a:rPr lang="en-US" altLang="zh-CN" dirty="0">
                <a:latin typeface="微软雅黑" panose="020B0503020204020204" pitchFamily="34" charset="-122"/>
                <a:ea typeface="微软雅黑" panose="020B0503020204020204" pitchFamily="34" charset="-122"/>
              </a:rPr>
              <a:t>node</a:t>
            </a:r>
            <a:r>
              <a:rPr lang="zh-CN" altLang="en-US" dirty="0">
                <a:latin typeface="微软雅黑" panose="020B0503020204020204" pitchFamily="34" charset="-122"/>
                <a:ea typeface="微软雅黑" panose="020B0503020204020204" pitchFamily="34" charset="-122"/>
              </a:rPr>
              <a:t>数超过</a:t>
            </a:r>
            <a:r>
              <a:rPr lang="en-US" altLang="zh-CN" dirty="0">
                <a:latin typeface="微软雅黑" panose="020B0503020204020204" pitchFamily="34" charset="-122"/>
                <a:ea typeface="微软雅黑" panose="020B0503020204020204" pitchFamily="34" charset="-122"/>
              </a:rPr>
              <a:t>10000</a:t>
            </a:r>
            <a:r>
              <a:rPr lang="zh-CN" altLang="en-US" dirty="0">
                <a:latin typeface="微软雅黑" panose="020B0503020204020204" pitchFamily="34" charset="-122"/>
                <a:ea typeface="微软雅黑" panose="020B0503020204020204" pitchFamily="34" charset="-122"/>
              </a:rPr>
              <a:t>的数据，即引脚数不超过万门级的多芯片</a:t>
            </a:r>
            <a:r>
              <a:rPr lang="en-US" altLang="zh-CN" dirty="0">
                <a:latin typeface="微软雅黑" panose="020B0503020204020204" pitchFamily="34" charset="-122"/>
                <a:ea typeface="微软雅黑" panose="020B0503020204020204" pitchFamily="34" charset="-122"/>
              </a:rPr>
              <a:t>FPGA</a:t>
            </a:r>
            <a:r>
              <a:rPr lang="zh-CN" altLang="en-US" dirty="0">
                <a:latin typeface="微软雅黑" panose="020B0503020204020204" pitchFamily="34" charset="-122"/>
                <a:ea typeface="微软雅黑" panose="020B0503020204020204" pitchFamily="34" charset="-122"/>
              </a:rPr>
              <a:t>电路的划分任务中实践检验。</a:t>
            </a:r>
          </a:p>
        </p:txBody>
      </p:sp>
      <p:grpSp>
        <p:nvGrpSpPr>
          <p:cNvPr id="11" name="组 40">
            <a:extLst>
              <a:ext uri="{FF2B5EF4-FFF2-40B4-BE49-F238E27FC236}">
                <a16:creationId xmlns:a16="http://schemas.microsoft.com/office/drawing/2014/main" id="{EE0BD67F-2B0C-1BAA-A1BC-544882D4DB43}"/>
              </a:ext>
            </a:extLst>
          </p:cNvPr>
          <p:cNvGrpSpPr/>
          <p:nvPr/>
        </p:nvGrpSpPr>
        <p:grpSpPr>
          <a:xfrm>
            <a:off x="6658102" y="1304534"/>
            <a:ext cx="4263238" cy="4755524"/>
            <a:chOff x="545910" y="4232173"/>
            <a:chExt cx="11245755" cy="2377702"/>
          </a:xfrm>
        </p:grpSpPr>
        <p:sp>
          <p:nvSpPr>
            <p:cNvPr id="13" name="圆角矩形 9">
              <a:extLst>
                <a:ext uri="{FF2B5EF4-FFF2-40B4-BE49-F238E27FC236}">
                  <a16:creationId xmlns:a16="http://schemas.microsoft.com/office/drawing/2014/main" id="{61F02AEB-DB03-9B41-CFB3-77801EDA898C}"/>
                </a:ext>
              </a:extLst>
            </p:cNvPr>
            <p:cNvSpPr/>
            <p:nvPr/>
          </p:nvSpPr>
          <p:spPr>
            <a:xfrm>
              <a:off x="545910" y="4406204"/>
              <a:ext cx="11245755" cy="2203671"/>
            </a:xfrm>
            <a:prstGeom prst="round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802295" rtl="0" eaLnBrk="1" latinLnBrk="0" hangingPunct="1">
                <a:defRPr sz="1600" kern="1200">
                  <a:solidFill>
                    <a:schemeClr val="lt1"/>
                  </a:solidFill>
                  <a:latin typeface="+mn-lt"/>
                  <a:ea typeface="+mn-ea"/>
                  <a:cs typeface="+mn-cs"/>
                </a:defRPr>
              </a:lvl1pPr>
              <a:lvl2pPr marL="401147" algn="l" defTabSz="802295" rtl="0" eaLnBrk="1" latinLnBrk="0" hangingPunct="1">
                <a:defRPr sz="1600" kern="1200">
                  <a:solidFill>
                    <a:schemeClr val="lt1"/>
                  </a:solidFill>
                  <a:latin typeface="+mn-lt"/>
                  <a:ea typeface="+mn-ea"/>
                  <a:cs typeface="+mn-cs"/>
                </a:defRPr>
              </a:lvl2pPr>
              <a:lvl3pPr marL="802295" algn="l" defTabSz="802295" rtl="0" eaLnBrk="1" latinLnBrk="0" hangingPunct="1">
                <a:defRPr sz="1600" kern="1200">
                  <a:solidFill>
                    <a:schemeClr val="lt1"/>
                  </a:solidFill>
                  <a:latin typeface="+mn-lt"/>
                  <a:ea typeface="+mn-ea"/>
                  <a:cs typeface="+mn-cs"/>
                </a:defRPr>
              </a:lvl3pPr>
              <a:lvl4pPr marL="1203442" algn="l" defTabSz="802295" rtl="0" eaLnBrk="1" latinLnBrk="0" hangingPunct="1">
                <a:defRPr sz="1600" kern="1200">
                  <a:solidFill>
                    <a:schemeClr val="lt1"/>
                  </a:solidFill>
                  <a:latin typeface="+mn-lt"/>
                  <a:ea typeface="+mn-ea"/>
                  <a:cs typeface="+mn-cs"/>
                </a:defRPr>
              </a:lvl4pPr>
              <a:lvl5pPr marL="1604589" algn="l" defTabSz="802295" rtl="0" eaLnBrk="1" latinLnBrk="0" hangingPunct="1">
                <a:defRPr sz="1600" kern="1200">
                  <a:solidFill>
                    <a:schemeClr val="lt1"/>
                  </a:solidFill>
                  <a:latin typeface="+mn-lt"/>
                  <a:ea typeface="+mn-ea"/>
                  <a:cs typeface="+mn-cs"/>
                </a:defRPr>
              </a:lvl5pPr>
              <a:lvl6pPr marL="2005736" algn="l" defTabSz="802295" rtl="0" eaLnBrk="1" latinLnBrk="0" hangingPunct="1">
                <a:defRPr sz="1600" kern="1200">
                  <a:solidFill>
                    <a:schemeClr val="lt1"/>
                  </a:solidFill>
                  <a:latin typeface="+mn-lt"/>
                  <a:ea typeface="+mn-ea"/>
                  <a:cs typeface="+mn-cs"/>
                </a:defRPr>
              </a:lvl6pPr>
              <a:lvl7pPr marL="2406884" algn="l" defTabSz="802295" rtl="0" eaLnBrk="1" latinLnBrk="0" hangingPunct="1">
                <a:defRPr sz="1600" kern="1200">
                  <a:solidFill>
                    <a:schemeClr val="lt1"/>
                  </a:solidFill>
                  <a:latin typeface="+mn-lt"/>
                  <a:ea typeface="+mn-ea"/>
                  <a:cs typeface="+mn-cs"/>
                </a:defRPr>
              </a:lvl7pPr>
              <a:lvl8pPr marL="2808031" algn="l" defTabSz="802295" rtl="0" eaLnBrk="1" latinLnBrk="0" hangingPunct="1">
                <a:defRPr sz="1600" kern="1200">
                  <a:solidFill>
                    <a:schemeClr val="lt1"/>
                  </a:solidFill>
                  <a:latin typeface="+mn-lt"/>
                  <a:ea typeface="+mn-ea"/>
                  <a:cs typeface="+mn-cs"/>
                </a:defRPr>
              </a:lvl8pPr>
              <a:lvl9pPr marL="3209178" algn="l" defTabSz="802295" rtl="0" eaLnBrk="1" latinLnBrk="0" hangingPunct="1">
                <a:defRPr sz="1600" kern="1200">
                  <a:solidFill>
                    <a:schemeClr val="lt1"/>
                  </a:solidFill>
                  <a:latin typeface="+mn-lt"/>
                  <a:ea typeface="+mn-ea"/>
                  <a:cs typeface="+mn-cs"/>
                </a:defRPr>
              </a:lvl9pPr>
            </a:lstStyle>
            <a:p>
              <a:pPr algn="ctr"/>
              <a:endParaRPr kumimoji="1" lang="zh-CN" altLang="en-US"/>
            </a:p>
          </p:txBody>
        </p:sp>
        <p:grpSp>
          <p:nvGrpSpPr>
            <p:cNvPr id="14" name="组 39">
              <a:extLst>
                <a:ext uri="{FF2B5EF4-FFF2-40B4-BE49-F238E27FC236}">
                  <a16:creationId xmlns:a16="http://schemas.microsoft.com/office/drawing/2014/main" id="{A950E1A9-5530-ABEF-DFC1-C94461693E94}"/>
                </a:ext>
              </a:extLst>
            </p:cNvPr>
            <p:cNvGrpSpPr/>
            <p:nvPr/>
          </p:nvGrpSpPr>
          <p:grpSpPr>
            <a:xfrm>
              <a:off x="4068195" y="4232173"/>
              <a:ext cx="4231472" cy="296879"/>
              <a:chOff x="4136503" y="3847657"/>
              <a:chExt cx="4231472" cy="425390"/>
            </a:xfrm>
          </p:grpSpPr>
          <p:sp>
            <p:nvSpPr>
              <p:cNvPr id="15" name="圆角矩形 11">
                <a:extLst>
                  <a:ext uri="{FF2B5EF4-FFF2-40B4-BE49-F238E27FC236}">
                    <a16:creationId xmlns:a16="http://schemas.microsoft.com/office/drawing/2014/main" id="{540B8A48-2939-7E55-982E-C8260333D726}"/>
                  </a:ext>
                </a:extLst>
              </p:cNvPr>
              <p:cNvSpPr/>
              <p:nvPr/>
            </p:nvSpPr>
            <p:spPr>
              <a:xfrm>
                <a:off x="4136503" y="3847657"/>
                <a:ext cx="4231472" cy="425390"/>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802295" rtl="0" eaLnBrk="1" latinLnBrk="0" hangingPunct="1">
                  <a:defRPr sz="1600" kern="1200">
                    <a:solidFill>
                      <a:schemeClr val="lt1"/>
                    </a:solidFill>
                    <a:latin typeface="+mn-lt"/>
                    <a:ea typeface="+mn-ea"/>
                    <a:cs typeface="+mn-cs"/>
                  </a:defRPr>
                </a:lvl1pPr>
                <a:lvl2pPr marL="401147" algn="l" defTabSz="802295" rtl="0" eaLnBrk="1" latinLnBrk="0" hangingPunct="1">
                  <a:defRPr sz="1600" kern="1200">
                    <a:solidFill>
                      <a:schemeClr val="lt1"/>
                    </a:solidFill>
                    <a:latin typeface="+mn-lt"/>
                    <a:ea typeface="+mn-ea"/>
                    <a:cs typeface="+mn-cs"/>
                  </a:defRPr>
                </a:lvl2pPr>
                <a:lvl3pPr marL="802295" algn="l" defTabSz="802295" rtl="0" eaLnBrk="1" latinLnBrk="0" hangingPunct="1">
                  <a:defRPr sz="1600" kern="1200">
                    <a:solidFill>
                      <a:schemeClr val="lt1"/>
                    </a:solidFill>
                    <a:latin typeface="+mn-lt"/>
                    <a:ea typeface="+mn-ea"/>
                    <a:cs typeface="+mn-cs"/>
                  </a:defRPr>
                </a:lvl3pPr>
                <a:lvl4pPr marL="1203442" algn="l" defTabSz="802295" rtl="0" eaLnBrk="1" latinLnBrk="0" hangingPunct="1">
                  <a:defRPr sz="1600" kern="1200">
                    <a:solidFill>
                      <a:schemeClr val="lt1"/>
                    </a:solidFill>
                    <a:latin typeface="+mn-lt"/>
                    <a:ea typeface="+mn-ea"/>
                    <a:cs typeface="+mn-cs"/>
                  </a:defRPr>
                </a:lvl4pPr>
                <a:lvl5pPr marL="1604589" algn="l" defTabSz="802295" rtl="0" eaLnBrk="1" latinLnBrk="0" hangingPunct="1">
                  <a:defRPr sz="1600" kern="1200">
                    <a:solidFill>
                      <a:schemeClr val="lt1"/>
                    </a:solidFill>
                    <a:latin typeface="+mn-lt"/>
                    <a:ea typeface="+mn-ea"/>
                    <a:cs typeface="+mn-cs"/>
                  </a:defRPr>
                </a:lvl5pPr>
                <a:lvl6pPr marL="2005736" algn="l" defTabSz="802295" rtl="0" eaLnBrk="1" latinLnBrk="0" hangingPunct="1">
                  <a:defRPr sz="1600" kern="1200">
                    <a:solidFill>
                      <a:schemeClr val="lt1"/>
                    </a:solidFill>
                    <a:latin typeface="+mn-lt"/>
                    <a:ea typeface="+mn-ea"/>
                    <a:cs typeface="+mn-cs"/>
                  </a:defRPr>
                </a:lvl6pPr>
                <a:lvl7pPr marL="2406884" algn="l" defTabSz="802295" rtl="0" eaLnBrk="1" latinLnBrk="0" hangingPunct="1">
                  <a:defRPr sz="1600" kern="1200">
                    <a:solidFill>
                      <a:schemeClr val="lt1"/>
                    </a:solidFill>
                    <a:latin typeface="+mn-lt"/>
                    <a:ea typeface="+mn-ea"/>
                    <a:cs typeface="+mn-cs"/>
                  </a:defRPr>
                </a:lvl7pPr>
                <a:lvl8pPr marL="2808031" algn="l" defTabSz="802295" rtl="0" eaLnBrk="1" latinLnBrk="0" hangingPunct="1">
                  <a:defRPr sz="1600" kern="1200">
                    <a:solidFill>
                      <a:schemeClr val="lt1"/>
                    </a:solidFill>
                    <a:latin typeface="+mn-lt"/>
                    <a:ea typeface="+mn-ea"/>
                    <a:cs typeface="+mn-cs"/>
                  </a:defRPr>
                </a:lvl8pPr>
                <a:lvl9pPr marL="3209178" algn="l" defTabSz="802295" rtl="0" eaLnBrk="1" latinLnBrk="0" hangingPunct="1">
                  <a:defRPr sz="1600" kern="1200">
                    <a:solidFill>
                      <a:schemeClr val="lt1"/>
                    </a:solidFill>
                    <a:latin typeface="+mn-lt"/>
                    <a:ea typeface="+mn-ea"/>
                    <a:cs typeface="+mn-cs"/>
                  </a:defRPr>
                </a:lvl9pPr>
              </a:lstStyle>
              <a:p>
                <a:pPr algn="ctr"/>
                <a:endParaRPr kumimoji="1" lang="zh-CN" altLang="en-US"/>
              </a:p>
            </p:txBody>
          </p:sp>
          <p:sp>
            <p:nvSpPr>
              <p:cNvPr id="16" name="文本框 8">
                <a:extLst>
                  <a:ext uri="{FF2B5EF4-FFF2-40B4-BE49-F238E27FC236}">
                    <a16:creationId xmlns:a16="http://schemas.microsoft.com/office/drawing/2014/main" id="{A9D2F731-02A3-9946-8BB2-D4589C64A141}"/>
                  </a:ext>
                </a:extLst>
              </p:cNvPr>
              <p:cNvSpPr txBox="1"/>
              <p:nvPr/>
            </p:nvSpPr>
            <p:spPr>
              <a:xfrm>
                <a:off x="4475608" y="3899183"/>
                <a:ext cx="3522971" cy="297671"/>
              </a:xfrm>
              <a:prstGeom prst="rect">
                <a:avLst/>
              </a:prstGeom>
              <a:noFill/>
            </p:spPr>
            <p:txBody>
              <a:bodyPr wrap="square" rtlCol="0">
                <a:spAutoFit/>
              </a:bodyPr>
              <a:lstStyle>
                <a:defPPr>
                  <a:defRPr lang="zh-CN"/>
                </a:defPPr>
                <a:lvl1pPr marL="0" algn="l" defTabSz="802295" rtl="0" eaLnBrk="1" latinLnBrk="0" hangingPunct="1">
                  <a:defRPr sz="1600" kern="1200">
                    <a:solidFill>
                      <a:schemeClr val="tx1"/>
                    </a:solidFill>
                    <a:latin typeface="+mn-lt"/>
                    <a:ea typeface="+mn-ea"/>
                    <a:cs typeface="+mn-cs"/>
                  </a:defRPr>
                </a:lvl1pPr>
                <a:lvl2pPr marL="401147" algn="l" defTabSz="802295" rtl="0" eaLnBrk="1" latinLnBrk="0" hangingPunct="1">
                  <a:defRPr sz="1600" kern="1200">
                    <a:solidFill>
                      <a:schemeClr val="tx1"/>
                    </a:solidFill>
                    <a:latin typeface="+mn-lt"/>
                    <a:ea typeface="+mn-ea"/>
                    <a:cs typeface="+mn-cs"/>
                  </a:defRPr>
                </a:lvl2pPr>
                <a:lvl3pPr marL="802295" algn="l" defTabSz="802295" rtl="0" eaLnBrk="1" latinLnBrk="0" hangingPunct="1">
                  <a:defRPr sz="1600" kern="1200">
                    <a:solidFill>
                      <a:schemeClr val="tx1"/>
                    </a:solidFill>
                    <a:latin typeface="+mn-lt"/>
                    <a:ea typeface="+mn-ea"/>
                    <a:cs typeface="+mn-cs"/>
                  </a:defRPr>
                </a:lvl3pPr>
                <a:lvl4pPr marL="1203442" algn="l" defTabSz="802295" rtl="0" eaLnBrk="1" latinLnBrk="0" hangingPunct="1">
                  <a:defRPr sz="1600" kern="1200">
                    <a:solidFill>
                      <a:schemeClr val="tx1"/>
                    </a:solidFill>
                    <a:latin typeface="+mn-lt"/>
                    <a:ea typeface="+mn-ea"/>
                    <a:cs typeface="+mn-cs"/>
                  </a:defRPr>
                </a:lvl4pPr>
                <a:lvl5pPr marL="1604589" algn="l" defTabSz="802295" rtl="0" eaLnBrk="1" latinLnBrk="0" hangingPunct="1">
                  <a:defRPr sz="1600" kern="1200">
                    <a:solidFill>
                      <a:schemeClr val="tx1"/>
                    </a:solidFill>
                    <a:latin typeface="+mn-lt"/>
                    <a:ea typeface="+mn-ea"/>
                    <a:cs typeface="+mn-cs"/>
                  </a:defRPr>
                </a:lvl5pPr>
                <a:lvl6pPr marL="2005736" algn="l" defTabSz="802295" rtl="0" eaLnBrk="1" latinLnBrk="0" hangingPunct="1">
                  <a:defRPr sz="1600" kern="1200">
                    <a:solidFill>
                      <a:schemeClr val="tx1"/>
                    </a:solidFill>
                    <a:latin typeface="+mn-lt"/>
                    <a:ea typeface="+mn-ea"/>
                    <a:cs typeface="+mn-cs"/>
                  </a:defRPr>
                </a:lvl6pPr>
                <a:lvl7pPr marL="2406884" algn="l" defTabSz="802295" rtl="0" eaLnBrk="1" latinLnBrk="0" hangingPunct="1">
                  <a:defRPr sz="1600" kern="1200">
                    <a:solidFill>
                      <a:schemeClr val="tx1"/>
                    </a:solidFill>
                    <a:latin typeface="+mn-lt"/>
                    <a:ea typeface="+mn-ea"/>
                    <a:cs typeface="+mn-cs"/>
                  </a:defRPr>
                </a:lvl7pPr>
                <a:lvl8pPr marL="2808031" algn="l" defTabSz="802295" rtl="0" eaLnBrk="1" latinLnBrk="0" hangingPunct="1">
                  <a:defRPr sz="1600" kern="1200">
                    <a:solidFill>
                      <a:schemeClr val="tx1"/>
                    </a:solidFill>
                    <a:latin typeface="+mn-lt"/>
                    <a:ea typeface="+mn-ea"/>
                    <a:cs typeface="+mn-cs"/>
                  </a:defRPr>
                </a:lvl8pPr>
                <a:lvl9pPr marL="3209178" algn="l" defTabSz="802295" rtl="0" eaLnBrk="1" latinLnBrk="0" hangingPunct="1">
                  <a:defRPr sz="1600" kern="1200">
                    <a:solidFill>
                      <a:schemeClr val="tx1"/>
                    </a:solidFill>
                    <a:latin typeface="+mn-lt"/>
                    <a:ea typeface="+mn-ea"/>
                    <a:cs typeface="+mn-cs"/>
                  </a:defRPr>
                </a:lvl9pPr>
              </a:lstStyle>
              <a:p>
                <a:pPr algn="ctr"/>
                <a:r>
                  <a:rPr lang="zh-CN" altLang="en-US" sz="2100" b="1" dirty="0">
                    <a:solidFill>
                      <a:schemeClr val="bg1"/>
                    </a:solidFill>
                    <a:latin typeface="微软雅黑" panose="020B0503020204020204" pitchFamily="34" charset="-122"/>
                    <a:ea typeface="微软雅黑" panose="020B0503020204020204" pitchFamily="34" charset="-122"/>
                  </a:rPr>
                  <a:t>解决思路</a:t>
                </a:r>
                <a:endParaRPr lang="en-US" altLang="zh-CN" sz="2100" b="1" dirty="0">
                  <a:solidFill>
                    <a:schemeClr val="bg1"/>
                  </a:solidFill>
                  <a:latin typeface="微软雅黑" panose="020B0503020204020204" pitchFamily="34" charset="-122"/>
                  <a:ea typeface="微软雅黑" panose="020B0503020204020204" pitchFamily="34" charset="-122"/>
                </a:endParaRPr>
              </a:p>
            </p:txBody>
          </p:sp>
        </p:grpSp>
      </p:grpSp>
      <p:sp>
        <p:nvSpPr>
          <p:cNvPr id="17" name="文本框 16">
            <a:extLst>
              <a:ext uri="{FF2B5EF4-FFF2-40B4-BE49-F238E27FC236}">
                <a16:creationId xmlns:a16="http://schemas.microsoft.com/office/drawing/2014/main" id="{636E26F1-40D6-2B0D-B8F8-8E5C141F8C68}"/>
              </a:ext>
            </a:extLst>
          </p:cNvPr>
          <p:cNvSpPr txBox="1"/>
          <p:nvPr/>
        </p:nvSpPr>
        <p:spPr>
          <a:xfrm>
            <a:off x="6982692" y="2172205"/>
            <a:ext cx="3650232" cy="3970318"/>
          </a:xfrm>
          <a:prstGeom prst="rect">
            <a:avLst/>
          </a:prstGeom>
          <a:noFill/>
        </p:spPr>
        <p:txBody>
          <a:bodyPr wrap="square" rtlCol="0">
            <a:spAutoFit/>
          </a:bodyPr>
          <a:lstStyle/>
          <a:p>
            <a:pPr marL="342900" indent="-342900">
              <a:buFont typeface="+mj-ea"/>
              <a:buAutoNum type="circleNumDbPlain"/>
            </a:pPr>
            <a:r>
              <a:rPr lang="zh-CN" altLang="en-US" dirty="0">
                <a:latin typeface="微软雅黑" panose="020B0503020204020204" pitchFamily="34" charset="-122"/>
                <a:ea typeface="微软雅黑" panose="020B0503020204020204" pitchFamily="34" charset="-122"/>
              </a:rPr>
              <a:t>两种思路：一种选择比</a:t>
            </a:r>
            <a:r>
              <a:rPr lang="en-US" altLang="zh-CN" dirty="0" err="1">
                <a:latin typeface="微软雅黑" panose="020B0503020204020204" pitchFamily="34" charset="-122"/>
                <a:ea typeface="微软雅黑" panose="020B0503020204020204" pitchFamily="34" charset="-122"/>
              </a:rPr>
              <a:t>PaToH</a:t>
            </a:r>
            <a:r>
              <a:rPr lang="zh-CN" altLang="en-US" dirty="0">
                <a:latin typeface="微软雅黑" panose="020B0503020204020204" pitchFamily="34" charset="-122"/>
                <a:ea typeface="微软雅黑" panose="020B0503020204020204" pitchFamily="34" charset="-122"/>
              </a:rPr>
              <a:t>划分器较弱的划分器进行初始划分操作；一种选择其它数据使得</a:t>
            </a:r>
            <a:r>
              <a:rPr lang="en-US" altLang="zh-CN" dirty="0" err="1">
                <a:latin typeface="微软雅黑" panose="020B0503020204020204" pitchFamily="34" charset="-122"/>
                <a:ea typeface="微软雅黑" panose="020B0503020204020204" pitchFamily="34" charset="-122"/>
              </a:rPr>
              <a:t>PaToH</a:t>
            </a:r>
            <a:r>
              <a:rPr lang="zh-CN" altLang="en-US" dirty="0">
                <a:latin typeface="微软雅黑" panose="020B0503020204020204" pitchFamily="34" charset="-122"/>
                <a:ea typeface="微软雅黑" panose="020B0503020204020204" pitchFamily="34" charset="-122"/>
              </a:rPr>
              <a:t>划分器的划分结果并非最优。</a:t>
            </a:r>
            <a:endParaRPr lang="en-US" altLang="zh-CN" dirty="0">
              <a:latin typeface="微软雅黑" panose="020B0503020204020204" pitchFamily="34" charset="-122"/>
              <a:ea typeface="微软雅黑" panose="020B0503020204020204" pitchFamily="34" charset="-122"/>
            </a:endParaRPr>
          </a:p>
          <a:p>
            <a:pPr marL="342900" indent="-342900">
              <a:buFont typeface="+mj-ea"/>
              <a:buAutoNum type="circleNumDbPlain"/>
            </a:pPr>
            <a:endParaRPr lang="zh-CN" altLang="en-US" dirty="0">
              <a:latin typeface="微软雅黑" panose="020B0503020204020204" pitchFamily="34" charset="-122"/>
              <a:ea typeface="微软雅黑" panose="020B0503020204020204" pitchFamily="34" charset="-122"/>
            </a:endParaRPr>
          </a:p>
          <a:p>
            <a:pPr marL="342900" indent="-342900">
              <a:buFont typeface="+mj-ea"/>
              <a:buAutoNum type="circleNumDbPlain"/>
            </a:pPr>
            <a:r>
              <a:rPr lang="zh-CN" altLang="en-US" dirty="0">
                <a:latin typeface="微软雅黑" panose="020B0503020204020204" pitchFamily="34" charset="-122"/>
                <a:ea typeface="微软雅黑" panose="020B0503020204020204" pitchFamily="34" charset="-122"/>
              </a:rPr>
              <a:t>在验明算法的可行性和有效性后，将算法合并，并用递归策略完成多次优化操作。</a:t>
            </a:r>
            <a:endParaRPr lang="en-US" altLang="zh-CN" dirty="0">
              <a:latin typeface="微软雅黑" panose="020B0503020204020204" pitchFamily="34" charset="-122"/>
              <a:ea typeface="微软雅黑" panose="020B0503020204020204" pitchFamily="34" charset="-122"/>
            </a:endParaRPr>
          </a:p>
          <a:p>
            <a:pPr marL="342900" indent="-342900">
              <a:buFont typeface="+mj-ea"/>
              <a:buAutoNum type="circleNumDbPlain"/>
            </a:pPr>
            <a:endParaRPr lang="zh-CN" altLang="en-US" dirty="0">
              <a:latin typeface="微软雅黑" panose="020B0503020204020204" pitchFamily="34" charset="-122"/>
              <a:ea typeface="微软雅黑" panose="020B0503020204020204" pitchFamily="34" charset="-122"/>
            </a:endParaRPr>
          </a:p>
          <a:p>
            <a:pPr marL="342900" indent="-342900">
              <a:buFont typeface="+mj-ea"/>
              <a:buAutoNum type="circleNumDbPlain"/>
            </a:pPr>
            <a:r>
              <a:rPr lang="zh-CN" altLang="en-US" dirty="0">
                <a:latin typeface="微软雅黑" panose="020B0503020204020204" pitchFamily="34" charset="-122"/>
                <a:ea typeface="微软雅黑" panose="020B0503020204020204" pitchFamily="34" charset="-122"/>
              </a:rPr>
              <a:t>稍微修改</a:t>
            </a:r>
            <a:r>
              <a:rPr lang="en-US" altLang="zh-CN" dirty="0">
                <a:latin typeface="微软雅黑" panose="020B0503020204020204" pitchFamily="34" charset="-122"/>
                <a:ea typeface="微软雅黑" panose="020B0503020204020204" pitchFamily="34" charset="-122"/>
              </a:rPr>
              <a:t>C++</a:t>
            </a:r>
            <a:r>
              <a:rPr lang="zh-CN" altLang="en-US" dirty="0">
                <a:latin typeface="微软雅黑" panose="020B0503020204020204" pitchFamily="34" charset="-122"/>
                <a:ea typeface="微软雅黑" panose="020B0503020204020204" pitchFamily="34" charset="-122"/>
              </a:rPr>
              <a:t>代码后，在存储空间更大的计算机上对</a:t>
            </a:r>
            <a:r>
              <a:rPr lang="en-US" altLang="zh-CN" dirty="0">
                <a:latin typeface="微软雅黑" panose="020B0503020204020204" pitchFamily="34" charset="-122"/>
                <a:ea typeface="微软雅黑" panose="020B0503020204020204" pitchFamily="34" charset="-122"/>
              </a:rPr>
              <a:t>node</a:t>
            </a:r>
            <a:r>
              <a:rPr lang="zh-CN" altLang="en-US" dirty="0">
                <a:latin typeface="微软雅黑" panose="020B0503020204020204" pitchFamily="34" charset="-122"/>
                <a:ea typeface="微软雅黑" panose="020B0503020204020204" pitchFamily="34" charset="-122"/>
              </a:rPr>
              <a:t>数更多的数据进行划分任务。</a:t>
            </a:r>
          </a:p>
          <a:p>
            <a:pPr marL="342900" indent="-342900">
              <a:buFont typeface="+mj-ea"/>
              <a:buAutoNum type="circleNumDbPlain"/>
            </a:pPr>
            <a:endParaRPr lang="zh-CN" altLang="en-US" dirty="0">
              <a:latin typeface="微软雅黑" panose="020B0503020204020204" pitchFamily="34" charset="-122"/>
              <a:ea typeface="微软雅黑" panose="020B0503020204020204" pitchFamily="34" charset="-122"/>
            </a:endParaRPr>
          </a:p>
        </p:txBody>
      </p:sp>
      <p:sp>
        <p:nvSpPr>
          <p:cNvPr id="18" name="文本框 17">
            <a:extLst>
              <a:ext uri="{FF2B5EF4-FFF2-40B4-BE49-F238E27FC236}">
                <a16:creationId xmlns:a16="http://schemas.microsoft.com/office/drawing/2014/main" id="{F9A700F5-C86E-2C35-04FE-182C555EF7B8}"/>
              </a:ext>
            </a:extLst>
          </p:cNvPr>
          <p:cNvSpPr txBox="1"/>
          <p:nvPr/>
        </p:nvSpPr>
        <p:spPr>
          <a:xfrm>
            <a:off x="11542815" y="6270171"/>
            <a:ext cx="433449" cy="369332"/>
          </a:xfrm>
          <a:prstGeom prst="rect">
            <a:avLst/>
          </a:prstGeom>
          <a:noFill/>
        </p:spPr>
        <p:txBody>
          <a:bodyPr wrap="square" rtlCol="0">
            <a:spAutoFit/>
          </a:bodyPr>
          <a:lstStyle/>
          <a:p>
            <a:r>
              <a:rPr lang="en-US" altLang="zh-CN" dirty="0"/>
              <a:t>21</a:t>
            </a:r>
            <a:endParaRPr lang="zh-CN" altLang="en-US" dirty="0"/>
          </a:p>
        </p:txBody>
      </p:sp>
    </p:spTree>
    <p:extLst>
      <p:ext uri="{BB962C8B-B14F-4D97-AF65-F5344CB8AC3E}">
        <p14:creationId xmlns:p14="http://schemas.microsoft.com/office/powerpoint/2010/main" val="1927459754"/>
      </p:ext>
    </p:extLst>
  </p:cSld>
  <p:clrMapOvr>
    <a:masterClrMapping/>
  </p:clrMapOvr>
  <mc:AlternateContent xmlns:mc="http://schemas.openxmlformats.org/markup-compatibility/2006" xmlns:p14="http://schemas.microsoft.com/office/powerpoint/2010/main">
    <mc:Choice Requires="p14">
      <p:transition p14:dur="10" advTm="1260"/>
    </mc:Choice>
    <mc:Fallback xmlns="">
      <p:transition advTm="1260"/>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剪去单角 6">
            <a:extLst>
              <a:ext uri="{FF2B5EF4-FFF2-40B4-BE49-F238E27FC236}">
                <a16:creationId xmlns:a16="http://schemas.microsoft.com/office/drawing/2014/main" id="{090DC2B6-60A5-388B-0BEC-885EF4760BEF}"/>
              </a:ext>
            </a:extLst>
          </p:cNvPr>
          <p:cNvSpPr/>
          <p:nvPr/>
        </p:nvSpPr>
        <p:spPr>
          <a:xfrm>
            <a:off x="456510" y="363276"/>
            <a:ext cx="453697" cy="434666"/>
          </a:xfrm>
          <a:prstGeom prst="snip1Rect">
            <a:avLst/>
          </a:prstGeom>
          <a:solidFill>
            <a:srgbClr val="00AF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802295" rtl="0" eaLnBrk="1" latinLnBrk="0" hangingPunct="1">
              <a:defRPr sz="1600" kern="1200">
                <a:solidFill>
                  <a:schemeClr val="lt1"/>
                </a:solidFill>
                <a:latin typeface="+mn-lt"/>
                <a:ea typeface="+mn-ea"/>
                <a:cs typeface="+mn-cs"/>
              </a:defRPr>
            </a:lvl1pPr>
            <a:lvl2pPr marL="401147" algn="l" defTabSz="802295" rtl="0" eaLnBrk="1" latinLnBrk="0" hangingPunct="1">
              <a:defRPr sz="1600" kern="1200">
                <a:solidFill>
                  <a:schemeClr val="lt1"/>
                </a:solidFill>
                <a:latin typeface="+mn-lt"/>
                <a:ea typeface="+mn-ea"/>
                <a:cs typeface="+mn-cs"/>
              </a:defRPr>
            </a:lvl2pPr>
            <a:lvl3pPr marL="802295" algn="l" defTabSz="802295" rtl="0" eaLnBrk="1" latinLnBrk="0" hangingPunct="1">
              <a:defRPr sz="1600" kern="1200">
                <a:solidFill>
                  <a:schemeClr val="lt1"/>
                </a:solidFill>
                <a:latin typeface="+mn-lt"/>
                <a:ea typeface="+mn-ea"/>
                <a:cs typeface="+mn-cs"/>
              </a:defRPr>
            </a:lvl3pPr>
            <a:lvl4pPr marL="1203442" algn="l" defTabSz="802295" rtl="0" eaLnBrk="1" latinLnBrk="0" hangingPunct="1">
              <a:defRPr sz="1600" kern="1200">
                <a:solidFill>
                  <a:schemeClr val="lt1"/>
                </a:solidFill>
                <a:latin typeface="+mn-lt"/>
                <a:ea typeface="+mn-ea"/>
                <a:cs typeface="+mn-cs"/>
              </a:defRPr>
            </a:lvl4pPr>
            <a:lvl5pPr marL="1604589" algn="l" defTabSz="802295" rtl="0" eaLnBrk="1" latinLnBrk="0" hangingPunct="1">
              <a:defRPr sz="1600" kern="1200">
                <a:solidFill>
                  <a:schemeClr val="lt1"/>
                </a:solidFill>
                <a:latin typeface="+mn-lt"/>
                <a:ea typeface="+mn-ea"/>
                <a:cs typeface="+mn-cs"/>
              </a:defRPr>
            </a:lvl5pPr>
            <a:lvl6pPr marL="2005736" algn="l" defTabSz="802295" rtl="0" eaLnBrk="1" latinLnBrk="0" hangingPunct="1">
              <a:defRPr sz="1600" kern="1200">
                <a:solidFill>
                  <a:schemeClr val="lt1"/>
                </a:solidFill>
                <a:latin typeface="+mn-lt"/>
                <a:ea typeface="+mn-ea"/>
                <a:cs typeface="+mn-cs"/>
              </a:defRPr>
            </a:lvl6pPr>
            <a:lvl7pPr marL="2406884" algn="l" defTabSz="802295" rtl="0" eaLnBrk="1" latinLnBrk="0" hangingPunct="1">
              <a:defRPr sz="1600" kern="1200">
                <a:solidFill>
                  <a:schemeClr val="lt1"/>
                </a:solidFill>
                <a:latin typeface="+mn-lt"/>
                <a:ea typeface="+mn-ea"/>
                <a:cs typeface="+mn-cs"/>
              </a:defRPr>
            </a:lvl7pPr>
            <a:lvl8pPr marL="2808031" algn="l" defTabSz="802295" rtl="0" eaLnBrk="1" latinLnBrk="0" hangingPunct="1">
              <a:defRPr sz="1600" kern="1200">
                <a:solidFill>
                  <a:schemeClr val="lt1"/>
                </a:solidFill>
                <a:latin typeface="+mn-lt"/>
                <a:ea typeface="+mn-ea"/>
                <a:cs typeface="+mn-cs"/>
              </a:defRPr>
            </a:lvl8pPr>
            <a:lvl9pPr marL="3209178" algn="l" defTabSz="802295" rtl="0" eaLnBrk="1" latinLnBrk="0" hangingPunct="1">
              <a:defRPr sz="1600" kern="1200">
                <a:solidFill>
                  <a:schemeClr val="lt1"/>
                </a:solidFill>
                <a:latin typeface="+mn-lt"/>
                <a:ea typeface="+mn-ea"/>
                <a:cs typeface="+mn-cs"/>
              </a:defRPr>
            </a:lvl9pPr>
          </a:lstStyle>
          <a:p>
            <a:pPr algn="ctr"/>
            <a:endParaRPr lang="zh-CN" altLang="en-US"/>
          </a:p>
        </p:txBody>
      </p:sp>
      <p:sp>
        <p:nvSpPr>
          <p:cNvPr id="8" name="矩形: 剪去单角 7">
            <a:extLst>
              <a:ext uri="{FF2B5EF4-FFF2-40B4-BE49-F238E27FC236}">
                <a16:creationId xmlns:a16="http://schemas.microsoft.com/office/drawing/2014/main" id="{7C49A1BE-A0E7-7AF3-F4A0-69B94FF892C6}"/>
              </a:ext>
            </a:extLst>
          </p:cNvPr>
          <p:cNvSpPr/>
          <p:nvPr/>
        </p:nvSpPr>
        <p:spPr>
          <a:xfrm>
            <a:off x="384502" y="435284"/>
            <a:ext cx="453697" cy="434666"/>
          </a:xfrm>
          <a:prstGeom prst="snip1Rect">
            <a:avLst/>
          </a:prstGeom>
          <a:solidFill>
            <a:srgbClr val="005EA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802295" rtl="0" eaLnBrk="1" latinLnBrk="0" hangingPunct="1">
              <a:defRPr sz="1600" kern="1200">
                <a:solidFill>
                  <a:schemeClr val="lt1"/>
                </a:solidFill>
                <a:latin typeface="+mn-lt"/>
                <a:ea typeface="+mn-ea"/>
                <a:cs typeface="+mn-cs"/>
              </a:defRPr>
            </a:lvl1pPr>
            <a:lvl2pPr marL="401147" algn="l" defTabSz="802295" rtl="0" eaLnBrk="1" latinLnBrk="0" hangingPunct="1">
              <a:defRPr sz="1600" kern="1200">
                <a:solidFill>
                  <a:schemeClr val="lt1"/>
                </a:solidFill>
                <a:latin typeface="+mn-lt"/>
                <a:ea typeface="+mn-ea"/>
                <a:cs typeface="+mn-cs"/>
              </a:defRPr>
            </a:lvl2pPr>
            <a:lvl3pPr marL="802295" algn="l" defTabSz="802295" rtl="0" eaLnBrk="1" latinLnBrk="0" hangingPunct="1">
              <a:defRPr sz="1600" kern="1200">
                <a:solidFill>
                  <a:schemeClr val="lt1"/>
                </a:solidFill>
                <a:latin typeface="+mn-lt"/>
                <a:ea typeface="+mn-ea"/>
                <a:cs typeface="+mn-cs"/>
              </a:defRPr>
            </a:lvl3pPr>
            <a:lvl4pPr marL="1203442" algn="l" defTabSz="802295" rtl="0" eaLnBrk="1" latinLnBrk="0" hangingPunct="1">
              <a:defRPr sz="1600" kern="1200">
                <a:solidFill>
                  <a:schemeClr val="lt1"/>
                </a:solidFill>
                <a:latin typeface="+mn-lt"/>
                <a:ea typeface="+mn-ea"/>
                <a:cs typeface="+mn-cs"/>
              </a:defRPr>
            </a:lvl4pPr>
            <a:lvl5pPr marL="1604589" algn="l" defTabSz="802295" rtl="0" eaLnBrk="1" latinLnBrk="0" hangingPunct="1">
              <a:defRPr sz="1600" kern="1200">
                <a:solidFill>
                  <a:schemeClr val="lt1"/>
                </a:solidFill>
                <a:latin typeface="+mn-lt"/>
                <a:ea typeface="+mn-ea"/>
                <a:cs typeface="+mn-cs"/>
              </a:defRPr>
            </a:lvl5pPr>
            <a:lvl6pPr marL="2005736" algn="l" defTabSz="802295" rtl="0" eaLnBrk="1" latinLnBrk="0" hangingPunct="1">
              <a:defRPr sz="1600" kern="1200">
                <a:solidFill>
                  <a:schemeClr val="lt1"/>
                </a:solidFill>
                <a:latin typeface="+mn-lt"/>
                <a:ea typeface="+mn-ea"/>
                <a:cs typeface="+mn-cs"/>
              </a:defRPr>
            </a:lvl6pPr>
            <a:lvl7pPr marL="2406884" algn="l" defTabSz="802295" rtl="0" eaLnBrk="1" latinLnBrk="0" hangingPunct="1">
              <a:defRPr sz="1600" kern="1200">
                <a:solidFill>
                  <a:schemeClr val="lt1"/>
                </a:solidFill>
                <a:latin typeface="+mn-lt"/>
                <a:ea typeface="+mn-ea"/>
                <a:cs typeface="+mn-cs"/>
              </a:defRPr>
            </a:lvl7pPr>
            <a:lvl8pPr marL="2808031" algn="l" defTabSz="802295" rtl="0" eaLnBrk="1" latinLnBrk="0" hangingPunct="1">
              <a:defRPr sz="1600" kern="1200">
                <a:solidFill>
                  <a:schemeClr val="lt1"/>
                </a:solidFill>
                <a:latin typeface="+mn-lt"/>
                <a:ea typeface="+mn-ea"/>
                <a:cs typeface="+mn-cs"/>
              </a:defRPr>
            </a:lvl8pPr>
            <a:lvl9pPr marL="3209178" algn="l" defTabSz="802295" rtl="0" eaLnBrk="1" latinLnBrk="0" hangingPunct="1">
              <a:defRPr sz="1600" kern="1200">
                <a:solidFill>
                  <a:schemeClr val="lt1"/>
                </a:solidFill>
                <a:latin typeface="+mn-lt"/>
                <a:ea typeface="+mn-ea"/>
                <a:cs typeface="+mn-cs"/>
              </a:defRPr>
            </a:lvl9pPr>
          </a:lstStyle>
          <a:p>
            <a:pPr algn="ctr"/>
            <a:endParaRPr lang="en-US" altLang="zh-CN" sz="4000" dirty="0">
              <a:latin typeface="方正兰亭准黑_GBK" panose="02000000000000000000" pitchFamily="2" charset="-122"/>
              <a:ea typeface="方正兰亭准黑_GBK" panose="02000000000000000000" pitchFamily="2" charset="-122"/>
            </a:endParaRPr>
          </a:p>
        </p:txBody>
      </p:sp>
      <p:sp>
        <p:nvSpPr>
          <p:cNvPr id="9" name="文本框 8">
            <a:extLst>
              <a:ext uri="{FF2B5EF4-FFF2-40B4-BE49-F238E27FC236}">
                <a16:creationId xmlns:a16="http://schemas.microsoft.com/office/drawing/2014/main" id="{B1AF1609-1A2E-42F7-1CDB-A412B6C665CA}"/>
              </a:ext>
            </a:extLst>
          </p:cNvPr>
          <p:cNvSpPr txBox="1"/>
          <p:nvPr/>
        </p:nvSpPr>
        <p:spPr>
          <a:xfrm>
            <a:off x="982215" y="422115"/>
            <a:ext cx="2809298" cy="375827"/>
          </a:xfrm>
          <a:prstGeom prst="rect">
            <a:avLst/>
          </a:prstGeom>
          <a:noFill/>
        </p:spPr>
        <p:txBody>
          <a:bodyPr wrap="square" lIns="67391" tIns="33696" rIns="67391" bIns="33696" rtlCol="0">
            <a:spAutoFit/>
          </a:bodyPr>
          <a:lstStyle>
            <a:defPPr>
              <a:defRPr lang="zh-CN"/>
            </a:defPPr>
            <a:lvl1pPr marL="0" algn="l" defTabSz="802295" rtl="0" eaLnBrk="1" latinLnBrk="0" hangingPunct="1">
              <a:defRPr sz="1600" kern="1200">
                <a:solidFill>
                  <a:schemeClr val="tx1"/>
                </a:solidFill>
                <a:latin typeface="+mn-lt"/>
                <a:ea typeface="+mn-ea"/>
                <a:cs typeface="+mn-cs"/>
              </a:defRPr>
            </a:lvl1pPr>
            <a:lvl2pPr marL="401147" algn="l" defTabSz="802295" rtl="0" eaLnBrk="1" latinLnBrk="0" hangingPunct="1">
              <a:defRPr sz="1600" kern="1200">
                <a:solidFill>
                  <a:schemeClr val="tx1"/>
                </a:solidFill>
                <a:latin typeface="+mn-lt"/>
                <a:ea typeface="+mn-ea"/>
                <a:cs typeface="+mn-cs"/>
              </a:defRPr>
            </a:lvl2pPr>
            <a:lvl3pPr marL="802295" algn="l" defTabSz="802295" rtl="0" eaLnBrk="1" latinLnBrk="0" hangingPunct="1">
              <a:defRPr sz="1600" kern="1200">
                <a:solidFill>
                  <a:schemeClr val="tx1"/>
                </a:solidFill>
                <a:latin typeface="+mn-lt"/>
                <a:ea typeface="+mn-ea"/>
                <a:cs typeface="+mn-cs"/>
              </a:defRPr>
            </a:lvl3pPr>
            <a:lvl4pPr marL="1203442" algn="l" defTabSz="802295" rtl="0" eaLnBrk="1" latinLnBrk="0" hangingPunct="1">
              <a:defRPr sz="1600" kern="1200">
                <a:solidFill>
                  <a:schemeClr val="tx1"/>
                </a:solidFill>
                <a:latin typeface="+mn-lt"/>
                <a:ea typeface="+mn-ea"/>
                <a:cs typeface="+mn-cs"/>
              </a:defRPr>
            </a:lvl4pPr>
            <a:lvl5pPr marL="1604589" algn="l" defTabSz="802295" rtl="0" eaLnBrk="1" latinLnBrk="0" hangingPunct="1">
              <a:defRPr sz="1600" kern="1200">
                <a:solidFill>
                  <a:schemeClr val="tx1"/>
                </a:solidFill>
                <a:latin typeface="+mn-lt"/>
                <a:ea typeface="+mn-ea"/>
                <a:cs typeface="+mn-cs"/>
              </a:defRPr>
            </a:lvl5pPr>
            <a:lvl6pPr marL="2005736" algn="l" defTabSz="802295" rtl="0" eaLnBrk="1" latinLnBrk="0" hangingPunct="1">
              <a:defRPr sz="1600" kern="1200">
                <a:solidFill>
                  <a:schemeClr val="tx1"/>
                </a:solidFill>
                <a:latin typeface="+mn-lt"/>
                <a:ea typeface="+mn-ea"/>
                <a:cs typeface="+mn-cs"/>
              </a:defRPr>
            </a:lvl6pPr>
            <a:lvl7pPr marL="2406884" algn="l" defTabSz="802295" rtl="0" eaLnBrk="1" latinLnBrk="0" hangingPunct="1">
              <a:defRPr sz="1600" kern="1200">
                <a:solidFill>
                  <a:schemeClr val="tx1"/>
                </a:solidFill>
                <a:latin typeface="+mn-lt"/>
                <a:ea typeface="+mn-ea"/>
                <a:cs typeface="+mn-cs"/>
              </a:defRPr>
            </a:lvl7pPr>
            <a:lvl8pPr marL="2808031" algn="l" defTabSz="802295" rtl="0" eaLnBrk="1" latinLnBrk="0" hangingPunct="1">
              <a:defRPr sz="1600" kern="1200">
                <a:solidFill>
                  <a:schemeClr val="tx1"/>
                </a:solidFill>
                <a:latin typeface="+mn-lt"/>
                <a:ea typeface="+mn-ea"/>
                <a:cs typeface="+mn-cs"/>
              </a:defRPr>
            </a:lvl8pPr>
            <a:lvl9pPr marL="3209178" algn="l" defTabSz="802295" rtl="0" eaLnBrk="1" latinLnBrk="0" hangingPunct="1">
              <a:defRPr sz="1600" kern="1200">
                <a:solidFill>
                  <a:schemeClr val="tx1"/>
                </a:solidFill>
                <a:latin typeface="+mn-lt"/>
                <a:ea typeface="+mn-ea"/>
                <a:cs typeface="+mn-cs"/>
              </a:defRPr>
            </a:lvl9pPr>
          </a:lstStyle>
          <a:p>
            <a:r>
              <a:rPr lang="en-US" altLang="zh-CN" sz="2000" dirty="0">
                <a:solidFill>
                  <a:srgbClr val="2D5593"/>
                </a:solidFill>
                <a:latin typeface="微软雅黑" panose="020B0503020204020204" pitchFamily="34" charset="-122"/>
                <a:ea typeface="微软雅黑" panose="020B0503020204020204" pitchFamily="34" charset="-122"/>
              </a:rPr>
              <a:t>4.2</a:t>
            </a:r>
            <a:r>
              <a:rPr lang="zh-CN" altLang="en-US" sz="2000" dirty="0">
                <a:solidFill>
                  <a:srgbClr val="2D5593"/>
                </a:solidFill>
                <a:latin typeface="微软雅黑" panose="020B0503020204020204" pitchFamily="34" charset="-122"/>
                <a:ea typeface="微软雅黑" panose="020B0503020204020204" pitchFamily="34" charset="-122"/>
              </a:rPr>
              <a:t> 未来展望</a:t>
            </a:r>
            <a:endParaRPr lang="en-US" altLang="zh-CN" sz="2000" dirty="0">
              <a:solidFill>
                <a:srgbClr val="2D5593"/>
              </a:solidFill>
              <a:latin typeface="微软雅黑" panose="020B0503020204020204" pitchFamily="34" charset="-122"/>
              <a:ea typeface="微软雅黑" panose="020B0503020204020204" pitchFamily="34" charset="-122"/>
            </a:endParaRPr>
          </a:p>
        </p:txBody>
      </p:sp>
      <p:sp>
        <p:nvSpPr>
          <p:cNvPr id="12" name="文本框 11">
            <a:extLst>
              <a:ext uri="{FF2B5EF4-FFF2-40B4-BE49-F238E27FC236}">
                <a16:creationId xmlns:a16="http://schemas.microsoft.com/office/drawing/2014/main" id="{C655A3E3-E8BB-8144-FD2E-FED74870E4EF}"/>
              </a:ext>
            </a:extLst>
          </p:cNvPr>
          <p:cNvSpPr txBox="1"/>
          <p:nvPr/>
        </p:nvSpPr>
        <p:spPr>
          <a:xfrm>
            <a:off x="1609725" y="1720840"/>
            <a:ext cx="8972550" cy="3416320"/>
          </a:xfrm>
          <a:prstGeom prst="rect">
            <a:avLst/>
          </a:prstGeom>
          <a:noFill/>
        </p:spPr>
        <p:txBody>
          <a:bodyPr wrap="square" rtlCol="0">
            <a:spAutoFit/>
          </a:bodyPr>
          <a:lstStyle/>
          <a:p>
            <a:pPr indent="457200"/>
            <a:r>
              <a:rPr lang="en-US" altLang="zh-CN" dirty="0">
                <a:latin typeface="微软雅黑" panose="020B0503020204020204" pitchFamily="34" charset="-122"/>
                <a:ea typeface="微软雅黑" panose="020B0503020204020204" pitchFamily="34" charset="-122"/>
              </a:rPr>
              <a:t>FPGA</a:t>
            </a:r>
            <a:r>
              <a:rPr lang="zh-CN" altLang="en-US" dirty="0">
                <a:latin typeface="微软雅黑" panose="020B0503020204020204" pitchFamily="34" charset="-122"/>
                <a:ea typeface="微软雅黑" panose="020B0503020204020204" pitchFamily="34" charset="-122"/>
              </a:rPr>
              <a:t>电路正从可编程逻辑器件转变为异构融合、动态自适应的通用算力基座。设计工具方面人工智能驱动的自动优化将贯穿综合、划分、布局和布线全流程，图划分技术被深度嵌入编译栈，自主搜索算子切分、数据流架构与物理资源的最优映射，使开发门槛大幅降低。</a:t>
            </a:r>
            <a:endParaRPr lang="en-US" altLang="zh-CN" dirty="0">
              <a:latin typeface="微软雅黑" panose="020B0503020204020204" pitchFamily="34" charset="-122"/>
              <a:ea typeface="微软雅黑" panose="020B0503020204020204" pitchFamily="34" charset="-122"/>
            </a:endParaRPr>
          </a:p>
          <a:p>
            <a:pPr indent="457200"/>
            <a:r>
              <a:rPr lang="zh-CN" altLang="en-US" dirty="0">
                <a:latin typeface="微软雅黑" panose="020B0503020204020204" pitchFamily="34" charset="-122"/>
                <a:ea typeface="微软雅黑" panose="020B0503020204020204" pitchFamily="34" charset="-122"/>
              </a:rPr>
              <a:t>作为基于划分的</a:t>
            </a:r>
            <a:r>
              <a:rPr lang="en-US" altLang="zh-CN" dirty="0">
                <a:latin typeface="微软雅黑" panose="020B0503020204020204" pitchFamily="34" charset="-122"/>
                <a:ea typeface="微软雅黑" panose="020B0503020204020204" pitchFamily="34" charset="-122"/>
              </a:rPr>
              <a:t>FPGA</a:t>
            </a:r>
            <a:r>
              <a:rPr lang="zh-CN" altLang="en-US" dirty="0">
                <a:latin typeface="微软雅黑" panose="020B0503020204020204" pitchFamily="34" charset="-122"/>
                <a:ea typeface="微软雅黑" panose="020B0503020204020204" pitchFamily="34" charset="-122"/>
              </a:rPr>
              <a:t>布局技术的理论基础，图划分技术正从静态、单目标优化向智能化、动态化和极限规模处理全面推进。</a:t>
            </a:r>
            <a:endParaRPr lang="en-US" altLang="zh-CN" dirty="0">
              <a:latin typeface="微软雅黑" panose="020B0503020204020204" pitchFamily="34" charset="-122"/>
              <a:ea typeface="微软雅黑" panose="020B0503020204020204" pitchFamily="34" charset="-122"/>
            </a:endParaRPr>
          </a:p>
          <a:p>
            <a:pPr indent="457200"/>
            <a:r>
              <a:rPr lang="zh-CN" altLang="en-US" dirty="0">
                <a:latin typeface="微软雅黑" panose="020B0503020204020204" pitchFamily="34" charset="-122"/>
                <a:ea typeface="微软雅黑" panose="020B0503020204020204" pitchFamily="34" charset="-122"/>
              </a:rPr>
              <a:t>正如‎</a:t>
            </a:r>
            <a:r>
              <a:rPr lang="en-US" altLang="zh-CN" dirty="0">
                <a:latin typeface="微软雅黑" panose="020B0503020204020204" pitchFamily="34" charset="-122"/>
                <a:ea typeface="微软雅黑" panose="020B0503020204020204" pitchFamily="34" charset="-122"/>
              </a:rPr>
              <a:t>1.1</a:t>
            </a:r>
            <a:r>
              <a:rPr lang="zh-CN" altLang="en-US" dirty="0">
                <a:latin typeface="微软雅黑" panose="020B0503020204020204" pitchFamily="34" charset="-122"/>
                <a:ea typeface="微软雅黑" panose="020B0503020204020204" pitchFamily="34" charset="-122"/>
              </a:rPr>
              <a:t>中所言，对与</a:t>
            </a:r>
            <a:r>
              <a:rPr lang="en-US" altLang="zh-CN" dirty="0">
                <a:latin typeface="微软雅黑" panose="020B0503020204020204" pitchFamily="34" charset="-122"/>
                <a:ea typeface="微软雅黑" panose="020B0503020204020204" pitchFamily="34" charset="-122"/>
              </a:rPr>
              <a:t>FPGA</a:t>
            </a:r>
            <a:r>
              <a:rPr lang="zh-CN" altLang="en-US" dirty="0">
                <a:latin typeface="微软雅黑" panose="020B0503020204020204" pitchFamily="34" charset="-122"/>
                <a:ea typeface="微软雅黑" panose="020B0503020204020204" pitchFamily="34" charset="-122"/>
              </a:rPr>
              <a:t>相关的研发、设计技术的需求与日俱增。未来十年，</a:t>
            </a:r>
            <a:r>
              <a:rPr lang="en-US" altLang="zh-CN" dirty="0">
                <a:latin typeface="微软雅黑" panose="020B0503020204020204" pitchFamily="34" charset="-122"/>
                <a:ea typeface="微软雅黑" panose="020B0503020204020204" pitchFamily="34" charset="-122"/>
              </a:rPr>
              <a:t>FPGA</a:t>
            </a:r>
            <a:r>
              <a:rPr lang="zh-CN" altLang="en-US" dirty="0">
                <a:latin typeface="微软雅黑" panose="020B0503020204020204" pitchFamily="34" charset="-122"/>
                <a:ea typeface="微软雅黑" panose="020B0503020204020204" pitchFamily="34" charset="-122"/>
              </a:rPr>
              <a:t>行业将在高速增长中实现价值跃迁。随着架构持续融合、工艺制程及工具链逐步突破，</a:t>
            </a:r>
            <a:r>
              <a:rPr lang="en-US" altLang="zh-CN" dirty="0">
                <a:latin typeface="微软雅黑" panose="020B0503020204020204" pitchFamily="34" charset="-122"/>
                <a:ea typeface="微软雅黑" panose="020B0503020204020204" pitchFamily="34" charset="-122"/>
              </a:rPr>
              <a:t>FPGA</a:t>
            </a:r>
            <a:r>
              <a:rPr lang="zh-CN" altLang="en-US" dirty="0">
                <a:latin typeface="微软雅黑" panose="020B0503020204020204" pitchFamily="34" charset="-122"/>
                <a:ea typeface="微软雅黑" panose="020B0503020204020204" pitchFamily="34" charset="-122"/>
              </a:rPr>
              <a:t>将深度融入</a:t>
            </a:r>
            <a:r>
              <a:rPr lang="en-US" altLang="zh-CN" dirty="0">
                <a:latin typeface="微软雅黑" panose="020B0503020204020204" pitchFamily="34" charset="-122"/>
                <a:ea typeface="微软雅黑" panose="020B0503020204020204" pitchFamily="34" charset="-122"/>
              </a:rPr>
              <a:t>AI</a:t>
            </a:r>
            <a:r>
              <a:rPr lang="zh-CN" altLang="en-US" dirty="0">
                <a:latin typeface="微软雅黑" panose="020B0503020204020204" pitchFamily="34" charset="-122"/>
                <a:ea typeface="微软雅黑" panose="020B0503020204020204" pitchFamily="34" charset="-122"/>
              </a:rPr>
              <a:t>与通信技术的核心脉络；同时，其独特定位与构建生态的强大能力，也将为整个智能计算领域注入更坚实的创新动能。而作为与</a:t>
            </a:r>
            <a:r>
              <a:rPr lang="en-US" altLang="zh-CN" dirty="0">
                <a:latin typeface="微软雅黑" panose="020B0503020204020204" pitchFamily="34" charset="-122"/>
                <a:ea typeface="微软雅黑" panose="020B0503020204020204" pitchFamily="34" charset="-122"/>
              </a:rPr>
              <a:t>FPGA</a:t>
            </a:r>
            <a:r>
              <a:rPr lang="zh-CN" altLang="en-US" dirty="0">
                <a:latin typeface="微软雅黑" panose="020B0503020204020204" pitchFamily="34" charset="-122"/>
                <a:ea typeface="微软雅黑" panose="020B0503020204020204" pitchFamily="34" charset="-122"/>
              </a:rPr>
              <a:t>相关的研发、设计技术的一环，多芯片</a:t>
            </a:r>
            <a:r>
              <a:rPr lang="en-US" altLang="zh-CN" dirty="0">
                <a:latin typeface="微软雅黑" panose="020B0503020204020204" pitchFamily="34" charset="-122"/>
                <a:ea typeface="微软雅黑" panose="020B0503020204020204" pitchFamily="34" charset="-122"/>
              </a:rPr>
              <a:t>FPGA</a:t>
            </a:r>
            <a:r>
              <a:rPr lang="zh-CN" altLang="en-US" dirty="0">
                <a:latin typeface="微软雅黑" panose="020B0503020204020204" pitchFamily="34" charset="-122"/>
                <a:ea typeface="微软雅黑" panose="020B0503020204020204" pitchFamily="34" charset="-122"/>
              </a:rPr>
              <a:t>电路的划分技术也会在未来不断发展，朝着更智能、更自动化、更系统级的优化的方向不断更新迭代。</a:t>
            </a:r>
          </a:p>
        </p:txBody>
      </p:sp>
      <p:sp>
        <p:nvSpPr>
          <p:cNvPr id="2" name="文本框 1">
            <a:extLst>
              <a:ext uri="{FF2B5EF4-FFF2-40B4-BE49-F238E27FC236}">
                <a16:creationId xmlns:a16="http://schemas.microsoft.com/office/drawing/2014/main" id="{6BD4759C-21F5-8645-C512-5F7956B43D31}"/>
              </a:ext>
            </a:extLst>
          </p:cNvPr>
          <p:cNvSpPr txBox="1"/>
          <p:nvPr/>
        </p:nvSpPr>
        <p:spPr>
          <a:xfrm>
            <a:off x="11542815" y="6270171"/>
            <a:ext cx="433449" cy="369332"/>
          </a:xfrm>
          <a:prstGeom prst="rect">
            <a:avLst/>
          </a:prstGeom>
          <a:noFill/>
        </p:spPr>
        <p:txBody>
          <a:bodyPr wrap="square" rtlCol="0">
            <a:spAutoFit/>
          </a:bodyPr>
          <a:lstStyle/>
          <a:p>
            <a:r>
              <a:rPr lang="en-US" altLang="zh-CN" dirty="0"/>
              <a:t>22</a:t>
            </a:r>
            <a:endParaRPr lang="zh-CN" altLang="en-US" dirty="0"/>
          </a:p>
        </p:txBody>
      </p:sp>
    </p:spTree>
    <p:extLst>
      <p:ext uri="{BB962C8B-B14F-4D97-AF65-F5344CB8AC3E}">
        <p14:creationId xmlns:p14="http://schemas.microsoft.com/office/powerpoint/2010/main" val="3766842179"/>
      </p:ext>
    </p:extLst>
  </p:cSld>
  <p:clrMapOvr>
    <a:masterClrMapping/>
  </p:clrMapOvr>
  <mc:AlternateContent xmlns:mc="http://schemas.openxmlformats.org/markup-compatibility/2006" xmlns:p14="http://schemas.microsoft.com/office/powerpoint/2010/main">
    <mc:Choice Requires="p14">
      <p:transition p14:dur="10" advTm="1260"/>
    </mc:Choice>
    <mc:Fallback xmlns="">
      <p:transition advTm="1260"/>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椭圆 12"/>
          <p:cNvSpPr/>
          <p:nvPr/>
        </p:nvSpPr>
        <p:spPr>
          <a:xfrm>
            <a:off x="-5900761" y="-7982554"/>
            <a:ext cx="23310780" cy="9753465"/>
          </a:xfrm>
          <a:prstGeom prst="ellipse">
            <a:avLst/>
          </a:prstGeom>
          <a:solidFill>
            <a:srgbClr val="00AF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086709"/>
            <a:endParaRPr lang="zh-CN" altLang="en-US" sz="2167">
              <a:solidFill>
                <a:prstClr val="white"/>
              </a:solidFill>
              <a:latin typeface="Calibri"/>
              <a:ea typeface="宋体" panose="02010600030101010101" pitchFamily="2" charset="-122"/>
            </a:endParaRPr>
          </a:p>
        </p:txBody>
      </p:sp>
      <p:sp>
        <p:nvSpPr>
          <p:cNvPr id="11" name="椭圆 10"/>
          <p:cNvSpPr/>
          <p:nvPr/>
        </p:nvSpPr>
        <p:spPr>
          <a:xfrm>
            <a:off x="-5803227" y="-8177455"/>
            <a:ext cx="23310780" cy="9753465"/>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086709"/>
            <a:endParaRPr lang="zh-CN" altLang="en-US" sz="2167">
              <a:solidFill>
                <a:prstClr val="white"/>
              </a:solidFill>
              <a:latin typeface="Calibri"/>
              <a:ea typeface="宋体" panose="02010600030101010101" pitchFamily="2" charset="-122"/>
            </a:endParaRPr>
          </a:p>
        </p:txBody>
      </p:sp>
      <p:sp>
        <p:nvSpPr>
          <p:cNvPr id="2" name="波形 1"/>
          <p:cNvSpPr/>
          <p:nvPr/>
        </p:nvSpPr>
        <p:spPr>
          <a:xfrm rot="259367">
            <a:off x="-33195708" y="-27066307"/>
            <a:ext cx="48540214" cy="17751305"/>
          </a:xfrm>
          <a:prstGeom prst="wave">
            <a:avLst>
              <a:gd name="adj1" fmla="val 12500"/>
              <a:gd name="adj2" fmla="val -10000"/>
            </a:avLst>
          </a:prstGeom>
          <a:solidFill>
            <a:srgbClr val="00AF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086709"/>
            <a:endParaRPr lang="zh-CN" altLang="en-US" sz="2167">
              <a:solidFill>
                <a:prstClr val="white"/>
              </a:solidFill>
              <a:latin typeface="Calibri"/>
              <a:ea typeface="宋体" panose="02010600030101010101" pitchFamily="2" charset="-122"/>
            </a:endParaRPr>
          </a:p>
        </p:txBody>
      </p:sp>
      <p:sp>
        <p:nvSpPr>
          <p:cNvPr id="4" name="波形 3"/>
          <p:cNvSpPr/>
          <p:nvPr/>
        </p:nvSpPr>
        <p:spPr>
          <a:xfrm rot="259367">
            <a:off x="-29781995" y="-21701901"/>
            <a:ext cx="48540214" cy="17751305"/>
          </a:xfrm>
          <a:prstGeom prst="wave">
            <a:avLst>
              <a:gd name="adj1" fmla="val 12500"/>
              <a:gd name="adj2" fmla="val -10000"/>
            </a:avLst>
          </a:prstGeom>
          <a:solidFill>
            <a:srgbClr val="2D559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086709"/>
            <a:endParaRPr lang="zh-CN" altLang="en-US" sz="2167">
              <a:solidFill>
                <a:prstClr val="white"/>
              </a:solidFill>
              <a:latin typeface="Calibri"/>
              <a:ea typeface="宋体" panose="02010600030101010101" pitchFamily="2" charset="-122"/>
            </a:endParaRPr>
          </a:p>
        </p:txBody>
      </p:sp>
      <p:sp>
        <p:nvSpPr>
          <p:cNvPr id="5" name="文本框 8"/>
          <p:cNvSpPr txBox="1"/>
          <p:nvPr/>
        </p:nvSpPr>
        <p:spPr>
          <a:xfrm>
            <a:off x="2249278" y="2789724"/>
            <a:ext cx="7693435" cy="923170"/>
          </a:xfrm>
          <a:prstGeom prst="rect">
            <a:avLst/>
          </a:prstGeom>
          <a:noFill/>
        </p:spPr>
        <p:txBody>
          <a:bodyPr wrap="square" lIns="91281" tIns="45641" rIns="91281" bIns="45641" rtlCol="0">
            <a:spAutoFit/>
          </a:bodyPr>
          <a:lstStyle/>
          <a:p>
            <a:pPr algn="ctr" defTabSz="1086709"/>
            <a:r>
              <a:rPr lang="zh-CN" altLang="en-US" sz="5400" b="1" dirty="0">
                <a:solidFill>
                  <a:srgbClr val="2D5593"/>
                </a:solidFill>
                <a:latin typeface="微软雅黑" panose="020B0503020204020204" pitchFamily="34" charset="-122"/>
                <a:ea typeface="微软雅黑" panose="020B0503020204020204" pitchFamily="34" charset="-122"/>
              </a:rPr>
              <a:t>感谢老师指导</a:t>
            </a:r>
            <a:endParaRPr lang="en-US" altLang="zh-CN" sz="5400" b="1" dirty="0">
              <a:solidFill>
                <a:srgbClr val="2D5593"/>
              </a:solidFill>
              <a:latin typeface="微软雅黑" panose="020B0503020204020204" pitchFamily="34" charset="-122"/>
              <a:ea typeface="微软雅黑" panose="020B0503020204020204" pitchFamily="34" charset="-122"/>
            </a:endParaRPr>
          </a:p>
        </p:txBody>
      </p:sp>
      <p:sp>
        <p:nvSpPr>
          <p:cNvPr id="6" name="文本框 8"/>
          <p:cNvSpPr txBox="1"/>
          <p:nvPr/>
        </p:nvSpPr>
        <p:spPr>
          <a:xfrm>
            <a:off x="5355027" y="4853418"/>
            <a:ext cx="1481939" cy="467341"/>
          </a:xfrm>
          <a:prstGeom prst="rect">
            <a:avLst/>
          </a:prstGeom>
          <a:solidFill>
            <a:srgbClr val="00AFF1"/>
          </a:solidFill>
        </p:spPr>
        <p:txBody>
          <a:bodyPr wrap="square" lIns="91281" tIns="45641" rIns="91281" bIns="45641" rtlCol="0">
            <a:spAutoFit/>
          </a:bodyPr>
          <a:lstStyle/>
          <a:p>
            <a:pPr defTabSz="1086709"/>
            <a:r>
              <a:rPr lang="zh-CN" altLang="en-US" sz="2438" dirty="0">
                <a:solidFill>
                  <a:prstClr val="white"/>
                </a:solidFill>
                <a:latin typeface="微软雅黑" panose="020B0503020204020204" pitchFamily="34" charset="-122"/>
                <a:ea typeface="微软雅黑" panose="020B0503020204020204" pitchFamily="34" charset="-122"/>
              </a:rPr>
              <a:t>福州大学</a:t>
            </a:r>
            <a:endParaRPr lang="en-US" altLang="zh-CN" sz="2438" dirty="0">
              <a:solidFill>
                <a:prstClr val="white"/>
              </a:solidFill>
              <a:latin typeface="微软雅黑" panose="020B0503020204020204" pitchFamily="34" charset="-122"/>
              <a:ea typeface="微软雅黑" panose="020B0503020204020204" pitchFamily="34" charset="-122"/>
            </a:endParaRPr>
          </a:p>
        </p:txBody>
      </p:sp>
      <p:sp>
        <p:nvSpPr>
          <p:cNvPr id="8" name="文本框 8"/>
          <p:cNvSpPr txBox="1"/>
          <p:nvPr/>
        </p:nvSpPr>
        <p:spPr>
          <a:xfrm>
            <a:off x="1789011" y="4028615"/>
            <a:ext cx="8613973" cy="509082"/>
          </a:xfrm>
          <a:prstGeom prst="rect">
            <a:avLst/>
          </a:prstGeom>
          <a:noFill/>
        </p:spPr>
        <p:txBody>
          <a:bodyPr wrap="square" lIns="91281" tIns="45641" rIns="91281" bIns="45641" rtlCol="0">
            <a:spAutoFit/>
          </a:bodyPr>
          <a:lstStyle/>
          <a:p>
            <a:pPr algn="ctr" defTabSz="1086709"/>
            <a:r>
              <a:rPr lang="zh-CN" altLang="en-US" sz="2709" dirty="0">
                <a:solidFill>
                  <a:srgbClr val="2D5593"/>
                </a:solidFill>
                <a:latin typeface="微软雅黑" panose="020B0503020204020204" pitchFamily="34" charset="-122"/>
                <a:ea typeface="微软雅黑" panose="020B0503020204020204" pitchFamily="34" charset="-122"/>
              </a:rPr>
              <a:t>答辩人：张驭龙     日期：</a:t>
            </a:r>
            <a:r>
              <a:rPr lang="en-US" altLang="zh-CN" sz="2709" dirty="0">
                <a:solidFill>
                  <a:srgbClr val="2D5593"/>
                </a:solidFill>
                <a:latin typeface="微软雅黑" panose="020B0503020204020204" pitchFamily="34" charset="-122"/>
                <a:ea typeface="微软雅黑" panose="020B0503020204020204" pitchFamily="34" charset="-122"/>
              </a:rPr>
              <a:t>2026</a:t>
            </a:r>
            <a:r>
              <a:rPr lang="zh-CN" altLang="en-US" sz="2709" dirty="0">
                <a:solidFill>
                  <a:srgbClr val="2D5593"/>
                </a:solidFill>
                <a:latin typeface="微软雅黑" panose="020B0503020204020204" pitchFamily="34" charset="-122"/>
                <a:ea typeface="微软雅黑" panose="020B0503020204020204" pitchFamily="34" charset="-122"/>
              </a:rPr>
              <a:t>年</a:t>
            </a:r>
            <a:r>
              <a:rPr lang="en-US" altLang="zh-CN" sz="2709" dirty="0">
                <a:solidFill>
                  <a:srgbClr val="2D5593"/>
                </a:solidFill>
                <a:latin typeface="微软雅黑" panose="020B0503020204020204" pitchFamily="34" charset="-122"/>
                <a:ea typeface="微软雅黑" panose="020B0503020204020204" pitchFamily="34" charset="-122"/>
              </a:rPr>
              <a:t>5</a:t>
            </a:r>
            <a:r>
              <a:rPr lang="zh-CN" altLang="en-US" sz="2709" dirty="0">
                <a:solidFill>
                  <a:srgbClr val="2D5593"/>
                </a:solidFill>
                <a:latin typeface="微软雅黑" panose="020B0503020204020204" pitchFamily="34" charset="-122"/>
                <a:ea typeface="微软雅黑" panose="020B0503020204020204" pitchFamily="34" charset="-122"/>
              </a:rPr>
              <a:t>月</a:t>
            </a:r>
            <a:r>
              <a:rPr lang="en-US" altLang="zh-CN" sz="2709" dirty="0">
                <a:solidFill>
                  <a:srgbClr val="2D5593"/>
                </a:solidFill>
                <a:latin typeface="微软雅黑" panose="020B0503020204020204" pitchFamily="34" charset="-122"/>
                <a:ea typeface="微软雅黑" panose="020B0503020204020204" pitchFamily="34" charset="-122"/>
              </a:rPr>
              <a:t>30</a:t>
            </a:r>
            <a:r>
              <a:rPr lang="zh-CN" altLang="en-US" sz="2709" dirty="0">
                <a:solidFill>
                  <a:srgbClr val="2D5593"/>
                </a:solidFill>
                <a:latin typeface="微软雅黑" panose="020B0503020204020204" pitchFamily="34" charset="-122"/>
                <a:ea typeface="微软雅黑" panose="020B0503020204020204" pitchFamily="34" charset="-122"/>
              </a:rPr>
              <a:t>日</a:t>
            </a:r>
            <a:endParaRPr lang="en-US" altLang="zh-CN" sz="2709" dirty="0">
              <a:solidFill>
                <a:srgbClr val="2D5593"/>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8270167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剪去单角 6">
            <a:extLst>
              <a:ext uri="{FF2B5EF4-FFF2-40B4-BE49-F238E27FC236}">
                <a16:creationId xmlns:a16="http://schemas.microsoft.com/office/drawing/2014/main" id="{090DC2B6-60A5-388B-0BEC-885EF4760BEF}"/>
              </a:ext>
            </a:extLst>
          </p:cNvPr>
          <p:cNvSpPr/>
          <p:nvPr/>
        </p:nvSpPr>
        <p:spPr>
          <a:xfrm>
            <a:off x="456510" y="363276"/>
            <a:ext cx="453697" cy="434666"/>
          </a:xfrm>
          <a:prstGeom prst="snip1Rect">
            <a:avLst/>
          </a:prstGeom>
          <a:solidFill>
            <a:srgbClr val="00AF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802295" rtl="0" eaLnBrk="1" latinLnBrk="0" hangingPunct="1">
              <a:defRPr sz="1600" kern="1200">
                <a:solidFill>
                  <a:schemeClr val="lt1"/>
                </a:solidFill>
                <a:latin typeface="+mn-lt"/>
                <a:ea typeface="+mn-ea"/>
                <a:cs typeface="+mn-cs"/>
              </a:defRPr>
            </a:lvl1pPr>
            <a:lvl2pPr marL="401147" algn="l" defTabSz="802295" rtl="0" eaLnBrk="1" latinLnBrk="0" hangingPunct="1">
              <a:defRPr sz="1600" kern="1200">
                <a:solidFill>
                  <a:schemeClr val="lt1"/>
                </a:solidFill>
                <a:latin typeface="+mn-lt"/>
                <a:ea typeface="+mn-ea"/>
                <a:cs typeface="+mn-cs"/>
              </a:defRPr>
            </a:lvl2pPr>
            <a:lvl3pPr marL="802295" algn="l" defTabSz="802295" rtl="0" eaLnBrk="1" latinLnBrk="0" hangingPunct="1">
              <a:defRPr sz="1600" kern="1200">
                <a:solidFill>
                  <a:schemeClr val="lt1"/>
                </a:solidFill>
                <a:latin typeface="+mn-lt"/>
                <a:ea typeface="+mn-ea"/>
                <a:cs typeface="+mn-cs"/>
              </a:defRPr>
            </a:lvl3pPr>
            <a:lvl4pPr marL="1203442" algn="l" defTabSz="802295" rtl="0" eaLnBrk="1" latinLnBrk="0" hangingPunct="1">
              <a:defRPr sz="1600" kern="1200">
                <a:solidFill>
                  <a:schemeClr val="lt1"/>
                </a:solidFill>
                <a:latin typeface="+mn-lt"/>
                <a:ea typeface="+mn-ea"/>
                <a:cs typeface="+mn-cs"/>
              </a:defRPr>
            </a:lvl4pPr>
            <a:lvl5pPr marL="1604589" algn="l" defTabSz="802295" rtl="0" eaLnBrk="1" latinLnBrk="0" hangingPunct="1">
              <a:defRPr sz="1600" kern="1200">
                <a:solidFill>
                  <a:schemeClr val="lt1"/>
                </a:solidFill>
                <a:latin typeface="+mn-lt"/>
                <a:ea typeface="+mn-ea"/>
                <a:cs typeface="+mn-cs"/>
              </a:defRPr>
            </a:lvl5pPr>
            <a:lvl6pPr marL="2005736" algn="l" defTabSz="802295" rtl="0" eaLnBrk="1" latinLnBrk="0" hangingPunct="1">
              <a:defRPr sz="1600" kern="1200">
                <a:solidFill>
                  <a:schemeClr val="lt1"/>
                </a:solidFill>
                <a:latin typeface="+mn-lt"/>
                <a:ea typeface="+mn-ea"/>
                <a:cs typeface="+mn-cs"/>
              </a:defRPr>
            </a:lvl6pPr>
            <a:lvl7pPr marL="2406884" algn="l" defTabSz="802295" rtl="0" eaLnBrk="1" latinLnBrk="0" hangingPunct="1">
              <a:defRPr sz="1600" kern="1200">
                <a:solidFill>
                  <a:schemeClr val="lt1"/>
                </a:solidFill>
                <a:latin typeface="+mn-lt"/>
                <a:ea typeface="+mn-ea"/>
                <a:cs typeface="+mn-cs"/>
              </a:defRPr>
            </a:lvl7pPr>
            <a:lvl8pPr marL="2808031" algn="l" defTabSz="802295" rtl="0" eaLnBrk="1" latinLnBrk="0" hangingPunct="1">
              <a:defRPr sz="1600" kern="1200">
                <a:solidFill>
                  <a:schemeClr val="lt1"/>
                </a:solidFill>
                <a:latin typeface="+mn-lt"/>
                <a:ea typeface="+mn-ea"/>
                <a:cs typeface="+mn-cs"/>
              </a:defRPr>
            </a:lvl8pPr>
            <a:lvl9pPr marL="3209178" algn="l" defTabSz="802295" rtl="0" eaLnBrk="1" latinLnBrk="0" hangingPunct="1">
              <a:defRPr sz="1600" kern="1200">
                <a:solidFill>
                  <a:schemeClr val="lt1"/>
                </a:solidFill>
                <a:latin typeface="+mn-lt"/>
                <a:ea typeface="+mn-ea"/>
                <a:cs typeface="+mn-cs"/>
              </a:defRPr>
            </a:lvl9pPr>
          </a:lstStyle>
          <a:p>
            <a:pPr algn="ctr"/>
            <a:endParaRPr lang="zh-CN" altLang="en-US"/>
          </a:p>
        </p:txBody>
      </p:sp>
      <p:sp>
        <p:nvSpPr>
          <p:cNvPr id="8" name="矩形: 剪去单角 7">
            <a:extLst>
              <a:ext uri="{FF2B5EF4-FFF2-40B4-BE49-F238E27FC236}">
                <a16:creationId xmlns:a16="http://schemas.microsoft.com/office/drawing/2014/main" id="{7C49A1BE-A0E7-7AF3-F4A0-69B94FF892C6}"/>
              </a:ext>
            </a:extLst>
          </p:cNvPr>
          <p:cNvSpPr/>
          <p:nvPr/>
        </p:nvSpPr>
        <p:spPr>
          <a:xfrm>
            <a:off x="384502" y="435284"/>
            <a:ext cx="453697" cy="434666"/>
          </a:xfrm>
          <a:prstGeom prst="snip1Rect">
            <a:avLst/>
          </a:prstGeom>
          <a:solidFill>
            <a:srgbClr val="005EA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802295" rtl="0" eaLnBrk="1" latinLnBrk="0" hangingPunct="1">
              <a:defRPr sz="1600" kern="1200">
                <a:solidFill>
                  <a:schemeClr val="lt1"/>
                </a:solidFill>
                <a:latin typeface="+mn-lt"/>
                <a:ea typeface="+mn-ea"/>
                <a:cs typeface="+mn-cs"/>
              </a:defRPr>
            </a:lvl1pPr>
            <a:lvl2pPr marL="401147" algn="l" defTabSz="802295" rtl="0" eaLnBrk="1" latinLnBrk="0" hangingPunct="1">
              <a:defRPr sz="1600" kern="1200">
                <a:solidFill>
                  <a:schemeClr val="lt1"/>
                </a:solidFill>
                <a:latin typeface="+mn-lt"/>
                <a:ea typeface="+mn-ea"/>
                <a:cs typeface="+mn-cs"/>
              </a:defRPr>
            </a:lvl2pPr>
            <a:lvl3pPr marL="802295" algn="l" defTabSz="802295" rtl="0" eaLnBrk="1" latinLnBrk="0" hangingPunct="1">
              <a:defRPr sz="1600" kern="1200">
                <a:solidFill>
                  <a:schemeClr val="lt1"/>
                </a:solidFill>
                <a:latin typeface="+mn-lt"/>
                <a:ea typeface="+mn-ea"/>
                <a:cs typeface="+mn-cs"/>
              </a:defRPr>
            </a:lvl3pPr>
            <a:lvl4pPr marL="1203442" algn="l" defTabSz="802295" rtl="0" eaLnBrk="1" latinLnBrk="0" hangingPunct="1">
              <a:defRPr sz="1600" kern="1200">
                <a:solidFill>
                  <a:schemeClr val="lt1"/>
                </a:solidFill>
                <a:latin typeface="+mn-lt"/>
                <a:ea typeface="+mn-ea"/>
                <a:cs typeface="+mn-cs"/>
              </a:defRPr>
            </a:lvl4pPr>
            <a:lvl5pPr marL="1604589" algn="l" defTabSz="802295" rtl="0" eaLnBrk="1" latinLnBrk="0" hangingPunct="1">
              <a:defRPr sz="1600" kern="1200">
                <a:solidFill>
                  <a:schemeClr val="lt1"/>
                </a:solidFill>
                <a:latin typeface="+mn-lt"/>
                <a:ea typeface="+mn-ea"/>
                <a:cs typeface="+mn-cs"/>
              </a:defRPr>
            </a:lvl5pPr>
            <a:lvl6pPr marL="2005736" algn="l" defTabSz="802295" rtl="0" eaLnBrk="1" latinLnBrk="0" hangingPunct="1">
              <a:defRPr sz="1600" kern="1200">
                <a:solidFill>
                  <a:schemeClr val="lt1"/>
                </a:solidFill>
                <a:latin typeface="+mn-lt"/>
                <a:ea typeface="+mn-ea"/>
                <a:cs typeface="+mn-cs"/>
              </a:defRPr>
            </a:lvl6pPr>
            <a:lvl7pPr marL="2406884" algn="l" defTabSz="802295" rtl="0" eaLnBrk="1" latinLnBrk="0" hangingPunct="1">
              <a:defRPr sz="1600" kern="1200">
                <a:solidFill>
                  <a:schemeClr val="lt1"/>
                </a:solidFill>
                <a:latin typeface="+mn-lt"/>
                <a:ea typeface="+mn-ea"/>
                <a:cs typeface="+mn-cs"/>
              </a:defRPr>
            </a:lvl7pPr>
            <a:lvl8pPr marL="2808031" algn="l" defTabSz="802295" rtl="0" eaLnBrk="1" latinLnBrk="0" hangingPunct="1">
              <a:defRPr sz="1600" kern="1200">
                <a:solidFill>
                  <a:schemeClr val="lt1"/>
                </a:solidFill>
                <a:latin typeface="+mn-lt"/>
                <a:ea typeface="+mn-ea"/>
                <a:cs typeface="+mn-cs"/>
              </a:defRPr>
            </a:lvl8pPr>
            <a:lvl9pPr marL="3209178" algn="l" defTabSz="802295" rtl="0" eaLnBrk="1" latinLnBrk="0" hangingPunct="1">
              <a:defRPr sz="1600" kern="1200">
                <a:solidFill>
                  <a:schemeClr val="lt1"/>
                </a:solidFill>
                <a:latin typeface="+mn-lt"/>
                <a:ea typeface="+mn-ea"/>
                <a:cs typeface="+mn-cs"/>
              </a:defRPr>
            </a:lvl9pPr>
          </a:lstStyle>
          <a:p>
            <a:pPr algn="ctr"/>
            <a:endParaRPr lang="en-US" altLang="zh-CN" sz="4000" dirty="0">
              <a:latin typeface="方正兰亭准黑_GBK" panose="02000000000000000000" pitchFamily="2" charset="-122"/>
              <a:ea typeface="方正兰亭准黑_GBK" panose="02000000000000000000" pitchFamily="2" charset="-122"/>
            </a:endParaRPr>
          </a:p>
        </p:txBody>
      </p:sp>
      <p:sp>
        <p:nvSpPr>
          <p:cNvPr id="9" name="文本框 8">
            <a:extLst>
              <a:ext uri="{FF2B5EF4-FFF2-40B4-BE49-F238E27FC236}">
                <a16:creationId xmlns:a16="http://schemas.microsoft.com/office/drawing/2014/main" id="{B1AF1609-1A2E-42F7-1CDB-A412B6C665CA}"/>
              </a:ext>
            </a:extLst>
          </p:cNvPr>
          <p:cNvSpPr txBox="1"/>
          <p:nvPr/>
        </p:nvSpPr>
        <p:spPr>
          <a:xfrm>
            <a:off x="982215" y="422115"/>
            <a:ext cx="2809298" cy="375827"/>
          </a:xfrm>
          <a:prstGeom prst="rect">
            <a:avLst/>
          </a:prstGeom>
          <a:noFill/>
        </p:spPr>
        <p:txBody>
          <a:bodyPr wrap="square" lIns="67391" tIns="33696" rIns="67391" bIns="33696" rtlCol="0">
            <a:spAutoFit/>
          </a:bodyPr>
          <a:lstStyle>
            <a:defPPr>
              <a:defRPr lang="zh-CN"/>
            </a:defPPr>
            <a:lvl1pPr marL="0" algn="l" defTabSz="802295" rtl="0" eaLnBrk="1" latinLnBrk="0" hangingPunct="1">
              <a:defRPr sz="1600" kern="1200">
                <a:solidFill>
                  <a:schemeClr val="tx1"/>
                </a:solidFill>
                <a:latin typeface="+mn-lt"/>
                <a:ea typeface="+mn-ea"/>
                <a:cs typeface="+mn-cs"/>
              </a:defRPr>
            </a:lvl1pPr>
            <a:lvl2pPr marL="401147" algn="l" defTabSz="802295" rtl="0" eaLnBrk="1" latinLnBrk="0" hangingPunct="1">
              <a:defRPr sz="1600" kern="1200">
                <a:solidFill>
                  <a:schemeClr val="tx1"/>
                </a:solidFill>
                <a:latin typeface="+mn-lt"/>
                <a:ea typeface="+mn-ea"/>
                <a:cs typeface="+mn-cs"/>
              </a:defRPr>
            </a:lvl2pPr>
            <a:lvl3pPr marL="802295" algn="l" defTabSz="802295" rtl="0" eaLnBrk="1" latinLnBrk="0" hangingPunct="1">
              <a:defRPr sz="1600" kern="1200">
                <a:solidFill>
                  <a:schemeClr val="tx1"/>
                </a:solidFill>
                <a:latin typeface="+mn-lt"/>
                <a:ea typeface="+mn-ea"/>
                <a:cs typeface="+mn-cs"/>
              </a:defRPr>
            </a:lvl3pPr>
            <a:lvl4pPr marL="1203442" algn="l" defTabSz="802295" rtl="0" eaLnBrk="1" latinLnBrk="0" hangingPunct="1">
              <a:defRPr sz="1600" kern="1200">
                <a:solidFill>
                  <a:schemeClr val="tx1"/>
                </a:solidFill>
                <a:latin typeface="+mn-lt"/>
                <a:ea typeface="+mn-ea"/>
                <a:cs typeface="+mn-cs"/>
              </a:defRPr>
            </a:lvl4pPr>
            <a:lvl5pPr marL="1604589" algn="l" defTabSz="802295" rtl="0" eaLnBrk="1" latinLnBrk="0" hangingPunct="1">
              <a:defRPr sz="1600" kern="1200">
                <a:solidFill>
                  <a:schemeClr val="tx1"/>
                </a:solidFill>
                <a:latin typeface="+mn-lt"/>
                <a:ea typeface="+mn-ea"/>
                <a:cs typeface="+mn-cs"/>
              </a:defRPr>
            </a:lvl5pPr>
            <a:lvl6pPr marL="2005736" algn="l" defTabSz="802295" rtl="0" eaLnBrk="1" latinLnBrk="0" hangingPunct="1">
              <a:defRPr sz="1600" kern="1200">
                <a:solidFill>
                  <a:schemeClr val="tx1"/>
                </a:solidFill>
                <a:latin typeface="+mn-lt"/>
                <a:ea typeface="+mn-ea"/>
                <a:cs typeface="+mn-cs"/>
              </a:defRPr>
            </a:lvl6pPr>
            <a:lvl7pPr marL="2406884" algn="l" defTabSz="802295" rtl="0" eaLnBrk="1" latinLnBrk="0" hangingPunct="1">
              <a:defRPr sz="1600" kern="1200">
                <a:solidFill>
                  <a:schemeClr val="tx1"/>
                </a:solidFill>
                <a:latin typeface="+mn-lt"/>
                <a:ea typeface="+mn-ea"/>
                <a:cs typeface="+mn-cs"/>
              </a:defRPr>
            </a:lvl7pPr>
            <a:lvl8pPr marL="2808031" algn="l" defTabSz="802295" rtl="0" eaLnBrk="1" latinLnBrk="0" hangingPunct="1">
              <a:defRPr sz="1600" kern="1200">
                <a:solidFill>
                  <a:schemeClr val="tx1"/>
                </a:solidFill>
                <a:latin typeface="+mn-lt"/>
                <a:ea typeface="+mn-ea"/>
                <a:cs typeface="+mn-cs"/>
              </a:defRPr>
            </a:lvl8pPr>
            <a:lvl9pPr marL="3209178" algn="l" defTabSz="802295" rtl="0" eaLnBrk="1" latinLnBrk="0" hangingPunct="1">
              <a:defRPr sz="1600" kern="1200">
                <a:solidFill>
                  <a:schemeClr val="tx1"/>
                </a:solidFill>
                <a:latin typeface="+mn-lt"/>
                <a:ea typeface="+mn-ea"/>
                <a:cs typeface="+mn-cs"/>
              </a:defRPr>
            </a:lvl9pPr>
          </a:lstStyle>
          <a:p>
            <a:r>
              <a:rPr lang="zh-CN" altLang="en-US" sz="2000" dirty="0">
                <a:solidFill>
                  <a:srgbClr val="2D5593"/>
                </a:solidFill>
                <a:latin typeface="微软雅黑" panose="020B0503020204020204" pitchFamily="34" charset="-122"/>
                <a:ea typeface="微软雅黑" panose="020B0503020204020204" pitchFamily="34" charset="-122"/>
              </a:rPr>
              <a:t>附录</a:t>
            </a:r>
            <a:endParaRPr lang="en-US" altLang="zh-CN" sz="2000" dirty="0">
              <a:solidFill>
                <a:srgbClr val="2D5593"/>
              </a:solidFill>
              <a:latin typeface="微软雅黑" panose="020B0503020204020204" pitchFamily="34" charset="-122"/>
              <a:ea typeface="微软雅黑" panose="020B0503020204020204" pitchFamily="34" charset="-122"/>
            </a:endParaRPr>
          </a:p>
        </p:txBody>
      </p:sp>
      <p:sp>
        <p:nvSpPr>
          <p:cNvPr id="12" name="文本框 11">
            <a:extLst>
              <a:ext uri="{FF2B5EF4-FFF2-40B4-BE49-F238E27FC236}">
                <a16:creationId xmlns:a16="http://schemas.microsoft.com/office/drawing/2014/main" id="{C655A3E3-E8BB-8144-FD2E-FED74870E4EF}"/>
              </a:ext>
            </a:extLst>
          </p:cNvPr>
          <p:cNvSpPr txBox="1"/>
          <p:nvPr/>
        </p:nvSpPr>
        <p:spPr>
          <a:xfrm>
            <a:off x="1609725" y="1217746"/>
            <a:ext cx="8972550" cy="417358"/>
          </a:xfrm>
          <a:prstGeom prst="rect">
            <a:avLst/>
          </a:prstGeom>
          <a:noFill/>
        </p:spPr>
        <p:txBody>
          <a:bodyPr wrap="square" rtlCol="0">
            <a:spAutoFit/>
          </a:bodyPr>
          <a:lstStyle/>
          <a:p>
            <a:pPr>
              <a:lnSpc>
                <a:spcPct val="130000"/>
              </a:lnSpc>
            </a:pPr>
            <a:r>
              <a:rPr lang="en-US" altLang="zh-CN"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1.</a:t>
            </a:r>
            <a:r>
              <a:rPr lang="zh-CN" altLang="en-US"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hlinkClick r:id="rId2" action="ppaction://hlinkfile"/>
              </a:rPr>
              <a:t>实践所用数据文件</a:t>
            </a:r>
            <a:endParaRPr lang="zh-CN" altLang="zh-CN" sz="1800" kern="1400" spc="-5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 name="文本框 1">
            <a:extLst>
              <a:ext uri="{FF2B5EF4-FFF2-40B4-BE49-F238E27FC236}">
                <a16:creationId xmlns:a16="http://schemas.microsoft.com/office/drawing/2014/main" id="{0935F946-C462-04D6-8C4F-A16BF3AC275F}"/>
              </a:ext>
            </a:extLst>
          </p:cNvPr>
          <p:cNvSpPr txBox="1"/>
          <p:nvPr/>
        </p:nvSpPr>
        <p:spPr>
          <a:xfrm>
            <a:off x="11542816" y="6270171"/>
            <a:ext cx="261258" cy="369332"/>
          </a:xfrm>
          <a:prstGeom prst="rect">
            <a:avLst/>
          </a:prstGeom>
          <a:noFill/>
        </p:spPr>
        <p:txBody>
          <a:bodyPr wrap="square" rtlCol="0">
            <a:spAutoFit/>
          </a:bodyPr>
          <a:lstStyle/>
          <a:p>
            <a:r>
              <a:rPr lang="en-US" altLang="zh-CN" dirty="0" err="1"/>
              <a:t>i</a:t>
            </a:r>
            <a:endParaRPr lang="zh-CN" altLang="en-US" dirty="0"/>
          </a:p>
        </p:txBody>
      </p:sp>
    </p:spTree>
    <p:extLst>
      <p:ext uri="{BB962C8B-B14F-4D97-AF65-F5344CB8AC3E}">
        <p14:creationId xmlns:p14="http://schemas.microsoft.com/office/powerpoint/2010/main" val="2748153716"/>
      </p:ext>
    </p:extLst>
  </p:cSld>
  <p:clrMapOvr>
    <a:masterClrMapping/>
  </p:clrMapOvr>
  <mc:AlternateContent xmlns:mc="http://schemas.openxmlformats.org/markup-compatibility/2006" xmlns:p14="http://schemas.microsoft.com/office/powerpoint/2010/main">
    <mc:Choice Requires="p14">
      <p:transition p14:dur="10" advTm="1260"/>
    </mc:Choice>
    <mc:Fallback xmlns="">
      <p:transition advTm="1260"/>
    </mc:Fallback>
  </mc:AlternateContent>
</p:sld>
</file>

<file path=ppt/theme/theme1.xml><?xml version="1.0" encoding="utf-8"?>
<a:theme xmlns:a="http://schemas.openxmlformats.org/drawingml/2006/main" name="PPTe吧 | PPT爱好者之家">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247</TotalTime>
  <Words>2732</Words>
  <Application>Microsoft Office PowerPoint</Application>
  <PresentationFormat>宽屏</PresentationFormat>
  <Paragraphs>191</Paragraphs>
  <Slides>26</Slides>
  <Notes>8</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26</vt:i4>
      </vt:variant>
    </vt:vector>
  </HeadingPairs>
  <TitlesOfParts>
    <vt:vector size="35" baseType="lpstr">
      <vt:lpstr>等线</vt:lpstr>
      <vt:lpstr>方正兰亭准黑_GBK</vt:lpstr>
      <vt:lpstr>黑体</vt:lpstr>
      <vt:lpstr>微软雅黑</vt:lpstr>
      <vt:lpstr>Arial</vt:lpstr>
      <vt:lpstr>Calibri</vt:lpstr>
      <vt:lpstr>Cambria Math</vt:lpstr>
      <vt:lpstr>Times New Roman</vt:lpstr>
      <vt:lpstr>PPTe吧 | PPT爱好者之家</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驭龙 张</dc:creator>
  <cp:lastModifiedBy>驭龙 张</cp:lastModifiedBy>
  <cp:revision>57</cp:revision>
  <dcterms:created xsi:type="dcterms:W3CDTF">2026-05-26T05:23:38Z</dcterms:created>
  <dcterms:modified xsi:type="dcterms:W3CDTF">2026-05-27T09:42:36Z</dcterms:modified>
</cp:coreProperties>
</file>